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parser&amp;utm_content=thumbnai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5.org&amp;utm_campaign=parser&amp;utm_content=thumbnail" ContentType="image/pn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3" r:id="rId3"/>
    <p:sldId id="274" r:id="rId4"/>
    <p:sldId id="287" r:id="rId5"/>
    <p:sldId id="288" r:id="rId6"/>
    <p:sldId id="289" r:id="rId7"/>
    <p:sldId id="290" r:id="rId8"/>
    <p:sldId id="293" r:id="rId9"/>
    <p:sldId id="291" r:id="rId10"/>
    <p:sldId id="292" r:id="rId11"/>
    <p:sldId id="294" r:id="rId12"/>
    <p:sldId id="295" r:id="rId13"/>
    <p:sldId id="285" r:id="rId14"/>
    <p:sldId id="286" r:id="rId15"/>
    <p:sldId id="280" r:id="rId16"/>
    <p:sldId id="279" r:id="rId17"/>
    <p:sldId id="281" r:id="rId18"/>
    <p:sldId id="275" r:id="rId19"/>
    <p:sldId id="282" r:id="rId20"/>
    <p:sldId id="277" r:id="rId21"/>
    <p:sldId id="283" r:id="rId22"/>
    <p:sldId id="276" r:id="rId23"/>
    <p:sldId id="284" r:id="rId24"/>
    <p:sldId id="266" r:id="rId25"/>
    <p:sldId id="265" r:id="rId26"/>
    <p:sldId id="259" r:id="rId27"/>
    <p:sldId id="267" r:id="rId28"/>
    <p:sldId id="270" r:id="rId29"/>
    <p:sldId id="260" r:id="rId30"/>
    <p:sldId id="261" r:id="rId31"/>
    <p:sldId id="264" r:id="rId32"/>
    <p:sldId id="27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266" autoAdjust="0"/>
  </p:normalViewPr>
  <p:slideViewPr>
    <p:cSldViewPr snapToGrid="0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9-28T03:35:27.966" v="849" actId="20578"/>
      <pc:docMkLst>
        <pc:docMk/>
      </pc:docMkLst>
      <pc:sldChg chg="modSp mod">
        <pc:chgData name="Toby Donaldson" userId="2e6e5431-bb17-4c41-9985-d39c50d83c73" providerId="ADAL" clId="{F31BC264-820E-54C4-A6D1-F92AF9CC222E}" dt="2026-09-28T03:01:10.084" v="237" actId="20577"/>
        <pc:sldMkLst>
          <pc:docMk/>
          <pc:sldMk cId="1855501012" sldId="259"/>
        </pc:sldMkLst>
        <pc:spChg chg="mod">
          <ac:chgData name="Toby Donaldson" userId="2e6e5431-bb17-4c41-9985-d39c50d83c73" providerId="ADAL" clId="{F31BC264-820E-54C4-A6D1-F92AF9CC222E}" dt="2026-09-28T03:01:10.084" v="237" actId="20577"/>
          <ac:spMkLst>
            <pc:docMk/>
            <pc:sldMk cId="1855501012" sldId="259"/>
            <ac:spMk id="9" creationId="{47FE2D5E-13CF-4FA0-04A0-66A64587C63B}"/>
          </ac:spMkLst>
        </pc:spChg>
      </pc:sldChg>
      <pc:sldChg chg="modSp mod">
        <pc:chgData name="Toby Donaldson" userId="2e6e5431-bb17-4c41-9985-d39c50d83c73" providerId="ADAL" clId="{F31BC264-820E-54C4-A6D1-F92AF9CC222E}" dt="2026-09-28T03:02:32.032" v="335" actId="20577"/>
        <pc:sldMkLst>
          <pc:docMk/>
          <pc:sldMk cId="247949623" sldId="261"/>
        </pc:sldMkLst>
        <pc:spChg chg="mod">
          <ac:chgData name="Toby Donaldson" userId="2e6e5431-bb17-4c41-9985-d39c50d83c73" providerId="ADAL" clId="{F31BC264-820E-54C4-A6D1-F92AF9CC222E}" dt="2026-09-28T03:02:32.032" v="335" actId="20577"/>
          <ac:spMkLst>
            <pc:docMk/>
            <pc:sldMk cId="247949623" sldId="261"/>
            <ac:spMk id="3" creationId="{E45AFAE3-7D9D-4DB0-A01B-CD046F1E7D5F}"/>
          </ac:spMkLst>
        </pc:spChg>
      </pc:sldChg>
      <pc:sldChg chg="modSp mod">
        <pc:chgData name="Toby Donaldson" userId="2e6e5431-bb17-4c41-9985-d39c50d83c73" providerId="ADAL" clId="{F31BC264-820E-54C4-A6D1-F92AF9CC222E}" dt="2026-09-28T03:02:40.166" v="342" actId="20577"/>
        <pc:sldMkLst>
          <pc:docMk/>
          <pc:sldMk cId="1760816993" sldId="264"/>
        </pc:sldMkLst>
        <pc:spChg chg="mod">
          <ac:chgData name="Toby Donaldson" userId="2e6e5431-bb17-4c41-9985-d39c50d83c73" providerId="ADAL" clId="{F31BC264-820E-54C4-A6D1-F92AF9CC222E}" dt="2026-09-28T03:02:40.166" v="342" actId="20577"/>
          <ac:spMkLst>
            <pc:docMk/>
            <pc:sldMk cId="1760816993" sldId="264"/>
            <ac:spMk id="3" creationId="{E45AFAE3-7D9D-4DB0-A01B-CD046F1E7D5F}"/>
          </ac:spMkLst>
        </pc:spChg>
      </pc:sldChg>
      <pc:sldChg chg="modSp mod">
        <pc:chgData name="Toby Donaldson" userId="2e6e5431-bb17-4c41-9985-d39c50d83c73" providerId="ADAL" clId="{F31BC264-820E-54C4-A6D1-F92AF9CC222E}" dt="2026-09-28T03:00:12.866" v="225" actId="20577"/>
        <pc:sldMkLst>
          <pc:docMk/>
          <pc:sldMk cId="2446324911" sldId="265"/>
        </pc:sldMkLst>
        <pc:spChg chg="mod">
          <ac:chgData name="Toby Donaldson" userId="2e6e5431-bb17-4c41-9985-d39c50d83c73" providerId="ADAL" clId="{F31BC264-820E-54C4-A6D1-F92AF9CC222E}" dt="2026-09-28T03:00:12.866" v="225" actId="20577"/>
          <ac:spMkLst>
            <pc:docMk/>
            <pc:sldMk cId="2446324911" sldId="265"/>
            <ac:spMk id="4" creationId="{16127473-8A2B-AE78-F8C5-A0D03B7350B1}"/>
          </ac:spMkLst>
        </pc:spChg>
      </pc:sldChg>
      <pc:sldChg chg="modSp mod">
        <pc:chgData name="Toby Donaldson" userId="2e6e5431-bb17-4c41-9985-d39c50d83c73" providerId="ADAL" clId="{F31BC264-820E-54C4-A6D1-F92AF9CC222E}" dt="2026-09-28T03:00:18.515" v="229" actId="20577"/>
        <pc:sldMkLst>
          <pc:docMk/>
          <pc:sldMk cId="2513690197" sldId="266"/>
        </pc:sldMkLst>
        <pc:spChg chg="mod">
          <ac:chgData name="Toby Donaldson" userId="2e6e5431-bb17-4c41-9985-d39c50d83c73" providerId="ADAL" clId="{F31BC264-820E-54C4-A6D1-F92AF9CC222E}" dt="2026-09-28T03:00:18.515" v="229" actId="20577"/>
          <ac:spMkLst>
            <pc:docMk/>
            <pc:sldMk cId="2513690197" sldId="266"/>
            <ac:spMk id="2" creationId="{A7CF2578-931A-9B0F-F1EA-3BB34CCE93DF}"/>
          </ac:spMkLst>
        </pc:spChg>
      </pc:sldChg>
      <pc:sldChg chg="modSp mod">
        <pc:chgData name="Toby Donaldson" userId="2e6e5431-bb17-4c41-9985-d39c50d83c73" providerId="ADAL" clId="{F31BC264-820E-54C4-A6D1-F92AF9CC222E}" dt="2026-09-28T03:01:52.847" v="309" actId="20577"/>
        <pc:sldMkLst>
          <pc:docMk/>
          <pc:sldMk cId="2072605454" sldId="270"/>
        </pc:sldMkLst>
        <pc:spChg chg="mod">
          <ac:chgData name="Toby Donaldson" userId="2e6e5431-bb17-4c41-9985-d39c50d83c73" providerId="ADAL" clId="{F31BC264-820E-54C4-A6D1-F92AF9CC222E}" dt="2026-09-28T03:01:52.847" v="309" actId="20577"/>
          <ac:spMkLst>
            <pc:docMk/>
            <pc:sldMk cId="2072605454" sldId="270"/>
            <ac:spMk id="3" creationId="{9D85EADE-0C03-49DA-BB59-0942833F47FA}"/>
          </ac:spMkLst>
        </pc:spChg>
      </pc:sldChg>
      <pc:sldChg chg="modSp del mod">
        <pc:chgData name="Toby Donaldson" userId="2e6e5431-bb17-4c41-9985-d39c50d83c73" providerId="ADAL" clId="{F31BC264-820E-54C4-A6D1-F92AF9CC222E}" dt="2026-09-28T03:34:53.241" v="844" actId="2696"/>
        <pc:sldMkLst>
          <pc:docMk/>
          <pc:sldMk cId="1031835898" sldId="272"/>
        </pc:sldMkLst>
        <pc:spChg chg="mod">
          <ac:chgData name="Toby Donaldson" userId="2e6e5431-bb17-4c41-9985-d39c50d83c73" providerId="ADAL" clId="{F31BC264-820E-54C4-A6D1-F92AF9CC222E}" dt="2026-09-28T02:59:30.122" v="216" actId="20577"/>
          <ac:spMkLst>
            <pc:docMk/>
            <pc:sldMk cId="1031835898" sldId="272"/>
            <ac:spMk id="4" creationId="{8D140EF2-7A80-4170-96C7-C567343A91EE}"/>
          </ac:spMkLst>
        </pc:spChg>
      </pc:sldChg>
      <pc:sldChg chg="modSp mod">
        <pc:chgData name="Toby Donaldson" userId="2e6e5431-bb17-4c41-9985-d39c50d83c73" providerId="ADAL" clId="{F31BC264-820E-54C4-A6D1-F92AF9CC222E}" dt="2026-09-28T03:04:30.283" v="347" actId="20577"/>
        <pc:sldMkLst>
          <pc:docMk/>
          <pc:sldMk cId="1247466648" sldId="273"/>
        </pc:sldMkLst>
        <pc:spChg chg="mod">
          <ac:chgData name="Toby Donaldson" userId="2e6e5431-bb17-4c41-9985-d39c50d83c73" providerId="ADAL" clId="{F31BC264-820E-54C4-A6D1-F92AF9CC222E}" dt="2026-09-28T03:04:30.283" v="347" actId="20577"/>
          <ac:spMkLst>
            <pc:docMk/>
            <pc:sldMk cId="1247466648" sldId="273"/>
            <ac:spMk id="4" creationId="{CB105B6D-9708-4D3F-8738-4E92FD6BE38D}"/>
          </ac:spMkLst>
        </pc:spChg>
      </pc:sldChg>
      <pc:sldChg chg="addSp delSp modSp mod">
        <pc:chgData name="Toby Donaldson" userId="2e6e5431-bb17-4c41-9985-d39c50d83c73" providerId="ADAL" clId="{F31BC264-820E-54C4-A6D1-F92AF9CC222E}" dt="2026-09-28T03:19:36.104" v="636" actId="21"/>
        <pc:sldMkLst>
          <pc:docMk/>
          <pc:sldMk cId="962438491" sldId="274"/>
        </pc:sldMkLst>
        <pc:spChg chg="mod">
          <ac:chgData name="Toby Donaldson" userId="2e6e5431-bb17-4c41-9985-d39c50d83c73" providerId="ADAL" clId="{F31BC264-820E-54C4-A6D1-F92AF9CC222E}" dt="2026-09-28T03:09:59.936" v="509" actId="20577"/>
          <ac:spMkLst>
            <pc:docMk/>
            <pc:sldMk cId="962438491" sldId="274"/>
            <ac:spMk id="2" creationId="{9D56FCE7-DB3A-40C9-92A2-796AAF385628}"/>
          </ac:spMkLst>
        </pc:spChg>
        <pc:spChg chg="add del mod">
          <ac:chgData name="Toby Donaldson" userId="2e6e5431-bb17-4c41-9985-d39c50d83c73" providerId="ADAL" clId="{F31BC264-820E-54C4-A6D1-F92AF9CC222E}" dt="2026-09-28T03:13:35.783" v="526" actId="21"/>
          <ac:spMkLst>
            <pc:docMk/>
            <pc:sldMk cId="962438491" sldId="274"/>
            <ac:spMk id="3" creationId="{BB094BC1-71C3-BB98-71B5-B4C495BB7489}"/>
          </ac:spMkLst>
        </pc:spChg>
        <pc:spChg chg="add mod">
          <ac:chgData name="Toby Donaldson" userId="2e6e5431-bb17-4c41-9985-d39c50d83c73" providerId="ADAL" clId="{F31BC264-820E-54C4-A6D1-F92AF9CC222E}" dt="2026-09-28T03:14:16.539" v="544" actId="122"/>
          <ac:spMkLst>
            <pc:docMk/>
            <pc:sldMk cId="962438491" sldId="274"/>
            <ac:spMk id="6" creationId="{E7E6CFE1-7DEA-8C56-C829-1000162D414D}"/>
          </ac:spMkLst>
        </pc:spChg>
        <pc:spChg chg="add mod">
          <ac:chgData name="Toby Donaldson" userId="2e6e5431-bb17-4c41-9985-d39c50d83c73" providerId="ADAL" clId="{F31BC264-820E-54C4-A6D1-F92AF9CC222E}" dt="2026-09-28T03:14:58.634" v="595" actId="20577"/>
          <ac:spMkLst>
            <pc:docMk/>
            <pc:sldMk cId="962438491" sldId="274"/>
            <ac:spMk id="8" creationId="{2DC54CBA-4684-67B9-80AA-642ABB2B7588}"/>
          </ac:spMkLst>
        </pc:spChg>
        <pc:spChg chg="add mod">
          <ac:chgData name="Toby Donaldson" userId="2e6e5431-bb17-4c41-9985-d39c50d83c73" providerId="ADAL" clId="{F31BC264-820E-54C4-A6D1-F92AF9CC222E}" dt="2026-09-28T03:18:27.888" v="629" actId="122"/>
          <ac:spMkLst>
            <pc:docMk/>
            <pc:sldMk cId="962438491" sldId="274"/>
            <ac:spMk id="12" creationId="{DE82A3DE-9359-7235-C790-FC54430A2C24}"/>
          </ac:spMkLst>
        </pc:spChg>
        <pc:spChg chg="del">
          <ac:chgData name="Toby Donaldson" userId="2e6e5431-bb17-4c41-9985-d39c50d83c73" providerId="ADAL" clId="{F31BC264-820E-54C4-A6D1-F92AF9CC222E}" dt="2026-09-28T03:07:16.959" v="364" actId="21"/>
          <ac:spMkLst>
            <pc:docMk/>
            <pc:sldMk cId="962438491" sldId="274"/>
            <ac:spMk id="19" creationId="{23530188-1C40-2C32-5B87-5534EF6CEC9A}"/>
          </ac:spMkLst>
        </pc:spChg>
        <pc:grpChg chg="add del mod">
          <ac:chgData name="Toby Donaldson" userId="2e6e5431-bb17-4c41-9985-d39c50d83c73" providerId="ADAL" clId="{F31BC264-820E-54C4-A6D1-F92AF9CC222E}" dt="2026-09-28T03:19:36.104" v="636" actId="21"/>
          <ac:grpSpMkLst>
            <pc:docMk/>
            <pc:sldMk cId="962438491" sldId="274"/>
            <ac:grpSpMk id="7" creationId="{03C8C881-5512-3813-029C-807E63286231}"/>
          </ac:grpSpMkLst>
        </pc:grpChg>
        <pc:grpChg chg="add del mod">
          <ac:chgData name="Toby Donaldson" userId="2e6e5431-bb17-4c41-9985-d39c50d83c73" providerId="ADAL" clId="{F31BC264-820E-54C4-A6D1-F92AF9CC222E}" dt="2026-09-28T03:19:36.104" v="636" actId="21"/>
          <ac:grpSpMkLst>
            <pc:docMk/>
            <pc:sldMk cId="962438491" sldId="274"/>
            <ac:grpSpMk id="10" creationId="{0DA239F2-3701-348F-4439-154CBEF360BC}"/>
          </ac:grpSpMkLst>
        </pc:grpChg>
        <pc:grpChg chg="add del mod">
          <ac:chgData name="Toby Donaldson" userId="2e6e5431-bb17-4c41-9985-d39c50d83c73" providerId="ADAL" clId="{F31BC264-820E-54C4-A6D1-F92AF9CC222E}" dt="2026-09-28T03:19:36.104" v="636" actId="21"/>
          <ac:grpSpMkLst>
            <pc:docMk/>
            <pc:sldMk cId="962438491" sldId="274"/>
            <ac:grpSpMk id="13" creationId="{B1705807-5208-1E4B-15CE-68C50C47E59A}"/>
          </ac:grpSpMkLst>
        </pc:grpChg>
        <pc:picChg chg="add mod">
          <ac:chgData name="Toby Donaldson" userId="2e6e5431-bb17-4c41-9985-d39c50d83c73" providerId="ADAL" clId="{F31BC264-820E-54C4-A6D1-F92AF9CC222E}" dt="2026-09-28T03:13:41.988" v="528" actId="14100"/>
          <ac:picMkLst>
            <pc:docMk/>
            <pc:sldMk cId="962438491" sldId="274"/>
            <ac:picMk id="4" creationId="{23B6CEBD-B8F8-C0F4-E464-6431980AEFD9}"/>
          </ac:picMkLst>
        </pc:picChg>
        <pc:picChg chg="add mod">
          <ac:chgData name="Toby Donaldson" userId="2e6e5431-bb17-4c41-9985-d39c50d83c73" providerId="ADAL" clId="{F31BC264-820E-54C4-A6D1-F92AF9CC222E}" dt="2026-09-28T03:14:35.734" v="549" actId="1076"/>
          <ac:picMkLst>
            <pc:docMk/>
            <pc:sldMk cId="962438491" sldId="274"/>
            <ac:picMk id="5" creationId="{14B4C658-8800-6E38-5351-33F0DEB5ACF4}"/>
          </ac:picMkLst>
        </pc:picChg>
        <pc:picChg chg="del">
          <ac:chgData name="Toby Donaldson" userId="2e6e5431-bb17-4c41-9985-d39c50d83c73" providerId="ADAL" clId="{F31BC264-820E-54C4-A6D1-F92AF9CC222E}" dt="2026-09-28T03:07:16.959" v="364" actId="21"/>
          <ac:picMkLst>
            <pc:docMk/>
            <pc:sldMk cId="962438491" sldId="274"/>
            <ac:picMk id="9" creationId="{AFE33563-555F-8EAF-38A1-15AF81D69B3A}"/>
          </ac:picMkLst>
        </pc:picChg>
        <pc:picChg chg="add mod">
          <ac:chgData name="Toby Donaldson" userId="2e6e5431-bb17-4c41-9985-d39c50d83c73" providerId="ADAL" clId="{F31BC264-820E-54C4-A6D1-F92AF9CC222E}" dt="2026-09-28T03:17:43.088" v="604" actId="1076"/>
          <ac:picMkLst>
            <pc:docMk/>
            <pc:sldMk cId="962438491" sldId="274"/>
            <ac:picMk id="11" creationId="{10AA6F02-24FB-2239-4C48-A982CB258750}"/>
          </ac:picMkLst>
        </pc:picChg>
      </pc:sldChg>
      <pc:sldChg chg="delSp modSp mod modAnim">
        <pc:chgData name="Toby Donaldson" userId="2e6e5431-bb17-4c41-9985-d39c50d83c73" providerId="ADAL" clId="{F31BC264-820E-54C4-A6D1-F92AF9CC222E}" dt="2026-09-28T02:58:34.669" v="203" actId="1076"/>
        <pc:sldMkLst>
          <pc:docMk/>
          <pc:sldMk cId="2446982689" sldId="275"/>
        </pc:sldMkLst>
        <pc:spChg chg="mod">
          <ac:chgData name="Toby Donaldson" userId="2e6e5431-bb17-4c41-9985-d39c50d83c73" providerId="ADAL" clId="{F31BC264-820E-54C4-A6D1-F92AF9CC222E}" dt="2026-09-28T02:58:34.669" v="203" actId="1076"/>
          <ac:spMkLst>
            <pc:docMk/>
            <pc:sldMk cId="2446982689" sldId="275"/>
            <ac:spMk id="3" creationId="{4B9D1E49-D2CE-4AA9-B391-099DA1AD682D}"/>
          </ac:spMkLst>
        </pc:spChg>
        <pc:picChg chg="del">
          <ac:chgData name="Toby Donaldson" userId="2e6e5431-bb17-4c41-9985-d39c50d83c73" providerId="ADAL" clId="{F31BC264-820E-54C4-A6D1-F92AF9CC222E}" dt="2026-09-28T02:58:14.378" v="198" actId="21"/>
          <ac:picMkLst>
            <pc:docMk/>
            <pc:sldMk cId="2446982689" sldId="275"/>
            <ac:picMk id="3074" creationId="{EF88CC97-0AAA-E040-AC25-5BBD3D887DF3}"/>
          </ac:picMkLst>
        </pc:picChg>
        <pc:picChg chg="del">
          <ac:chgData name="Toby Donaldson" userId="2e6e5431-bb17-4c41-9985-d39c50d83c73" providerId="ADAL" clId="{F31BC264-820E-54C4-A6D1-F92AF9CC222E}" dt="2026-09-28T02:58:14.378" v="198" actId="21"/>
          <ac:picMkLst>
            <pc:docMk/>
            <pc:sldMk cId="2446982689" sldId="275"/>
            <ac:picMk id="3076" creationId="{067363C7-022B-1249-EA60-59CE39F34A44}"/>
          </ac:picMkLst>
        </pc:picChg>
      </pc:sldChg>
      <pc:sldChg chg="addSp delSp modSp modAnim">
        <pc:chgData name="Toby Donaldson" userId="2e6e5431-bb17-4c41-9985-d39c50d83c73" providerId="ADAL" clId="{F31BC264-820E-54C4-A6D1-F92AF9CC222E}" dt="2026-09-28T02:59:14.585" v="209"/>
        <pc:sldMkLst>
          <pc:docMk/>
          <pc:sldMk cId="390346067" sldId="276"/>
        </pc:sldMkLst>
        <pc:spChg chg="del">
          <ac:chgData name="Toby Donaldson" userId="2e6e5431-bb17-4c41-9985-d39c50d83c73" providerId="ADAL" clId="{F31BC264-820E-54C4-A6D1-F92AF9CC222E}" dt="2026-09-28T02:59:08.135" v="208" actId="21"/>
          <ac:spMkLst>
            <pc:docMk/>
            <pc:sldMk cId="390346067" sldId="276"/>
            <ac:spMk id="3" creationId="{44141B78-E7ED-4D2B-B858-4927CEC46631}"/>
          </ac:spMkLst>
        </pc:spChg>
        <pc:spChg chg="add mod">
          <ac:chgData name="Toby Donaldson" userId="2e6e5431-bb17-4c41-9985-d39c50d83c73" providerId="ADAL" clId="{F31BC264-820E-54C4-A6D1-F92AF9CC222E}" dt="2026-09-28T02:59:14.585" v="209"/>
          <ac:spMkLst>
            <pc:docMk/>
            <pc:sldMk cId="390346067" sldId="276"/>
            <ac:spMk id="4" creationId="{0C185E8B-99DD-A06A-B565-02DD76EDD5F2}"/>
          </ac:spMkLst>
        </pc:spChg>
        <pc:picChg chg="del">
          <ac:chgData name="Toby Donaldson" userId="2e6e5431-bb17-4c41-9985-d39c50d83c73" providerId="ADAL" clId="{F31BC264-820E-54C4-A6D1-F92AF9CC222E}" dt="2026-09-28T02:59:08.135" v="208" actId="21"/>
          <ac:picMkLst>
            <pc:docMk/>
            <pc:sldMk cId="390346067" sldId="276"/>
            <ac:picMk id="5122" creationId="{E9F2203B-ECA6-D14F-63FB-EBDBF1D1D11D}"/>
          </ac:picMkLst>
        </pc:picChg>
      </pc:sldChg>
      <pc:sldChg chg="addSp delSp modSp modAnim">
        <pc:chgData name="Toby Donaldson" userId="2e6e5431-bb17-4c41-9985-d39c50d83c73" providerId="ADAL" clId="{F31BC264-820E-54C4-A6D1-F92AF9CC222E}" dt="2026-09-28T02:58:54.735" v="206"/>
        <pc:sldMkLst>
          <pc:docMk/>
          <pc:sldMk cId="4198230947" sldId="277"/>
        </pc:sldMkLst>
        <pc:spChg chg="add mod">
          <ac:chgData name="Toby Donaldson" userId="2e6e5431-bb17-4c41-9985-d39c50d83c73" providerId="ADAL" clId="{F31BC264-820E-54C4-A6D1-F92AF9CC222E}" dt="2026-09-28T02:58:54.735" v="206"/>
          <ac:spMkLst>
            <pc:docMk/>
            <pc:sldMk cId="4198230947" sldId="277"/>
            <ac:spMk id="3" creationId="{A315D8FF-BE94-FDBE-881E-CA83E30E00B4}"/>
          </ac:spMkLst>
        </pc:spChg>
        <pc:picChg chg="del">
          <ac:chgData name="Toby Donaldson" userId="2e6e5431-bb17-4c41-9985-d39c50d83c73" providerId="ADAL" clId="{F31BC264-820E-54C4-A6D1-F92AF9CC222E}" dt="2026-09-28T02:58:47.939" v="205" actId="21"/>
          <ac:picMkLst>
            <pc:docMk/>
            <pc:sldMk cId="4198230947" sldId="277"/>
            <ac:picMk id="4098" creationId="{FBA016FE-4BE5-0984-C7D3-5EB3DA5D5764}"/>
          </ac:picMkLst>
        </pc:picChg>
      </pc:sldChg>
      <pc:sldChg chg="delSp modSp mod">
        <pc:chgData name="Toby Donaldson" userId="2e6e5431-bb17-4c41-9985-d39c50d83c73" providerId="ADAL" clId="{F31BC264-820E-54C4-A6D1-F92AF9CC222E}" dt="2026-09-28T03:00:37.487" v="231" actId="20577"/>
        <pc:sldMkLst>
          <pc:docMk/>
          <pc:sldMk cId="598291729" sldId="278"/>
        </pc:sldMkLst>
        <pc:spChg chg="mod">
          <ac:chgData name="Toby Donaldson" userId="2e6e5431-bb17-4c41-9985-d39c50d83c73" providerId="ADAL" clId="{F31BC264-820E-54C4-A6D1-F92AF9CC222E}" dt="2026-09-28T02:56:16.239" v="158" actId="20577"/>
          <ac:spMkLst>
            <pc:docMk/>
            <pc:sldMk cId="598291729" sldId="278"/>
            <ac:spMk id="7" creationId="{729F9EAB-E96A-4A13-B339-346BBE62D038}"/>
          </ac:spMkLst>
        </pc:spChg>
        <pc:spChg chg="del">
          <ac:chgData name="Toby Donaldson" userId="2e6e5431-bb17-4c41-9985-d39c50d83c73" providerId="ADAL" clId="{F31BC264-820E-54C4-A6D1-F92AF9CC222E}" dt="2026-09-28T02:56:49.392" v="172" actId="21"/>
          <ac:spMkLst>
            <pc:docMk/>
            <pc:sldMk cId="598291729" sldId="278"/>
            <ac:spMk id="8" creationId="{4B2E5120-9846-4325-A51B-589BC6A79787}"/>
          </ac:spMkLst>
        </pc:spChg>
        <pc:spChg chg="mod">
          <ac:chgData name="Toby Donaldson" userId="2e6e5431-bb17-4c41-9985-d39c50d83c73" providerId="ADAL" clId="{F31BC264-820E-54C4-A6D1-F92AF9CC222E}" dt="2026-09-28T03:00:37.487" v="231" actId="20577"/>
          <ac:spMkLst>
            <pc:docMk/>
            <pc:sldMk cId="598291729" sldId="278"/>
            <ac:spMk id="9" creationId="{DA58FF75-2376-46F2-19E6-8CFEBBBDC59F}"/>
          </ac:spMkLst>
        </pc:spChg>
      </pc:sldChg>
      <pc:sldChg chg="add">
        <pc:chgData name="Toby Donaldson" userId="2e6e5431-bb17-4c41-9985-d39c50d83c73" providerId="ADAL" clId="{F31BC264-820E-54C4-A6D1-F92AF9CC222E}" dt="2026-09-28T02:57:59.959" v="197" actId="2890"/>
        <pc:sldMkLst>
          <pc:docMk/>
          <pc:sldMk cId="4067275813" sldId="282"/>
        </pc:sldMkLst>
      </pc:sldChg>
      <pc:sldChg chg="add">
        <pc:chgData name="Toby Donaldson" userId="2e6e5431-bb17-4c41-9985-d39c50d83c73" providerId="ADAL" clId="{F31BC264-820E-54C4-A6D1-F92AF9CC222E}" dt="2026-09-28T02:58:45.075" v="204" actId="2890"/>
        <pc:sldMkLst>
          <pc:docMk/>
          <pc:sldMk cId="1596790069" sldId="283"/>
        </pc:sldMkLst>
      </pc:sldChg>
      <pc:sldChg chg="add">
        <pc:chgData name="Toby Donaldson" userId="2e6e5431-bb17-4c41-9985-d39c50d83c73" providerId="ADAL" clId="{F31BC264-820E-54C4-A6D1-F92AF9CC222E}" dt="2026-09-28T02:59:02.553" v="207" actId="2890"/>
        <pc:sldMkLst>
          <pc:docMk/>
          <pc:sldMk cId="4184603718" sldId="284"/>
        </pc:sldMkLst>
      </pc:sldChg>
      <pc:sldChg chg="add ord">
        <pc:chgData name="Toby Donaldson" userId="2e6e5431-bb17-4c41-9985-d39c50d83c73" providerId="ADAL" clId="{F31BC264-820E-54C4-A6D1-F92AF9CC222E}" dt="2026-09-28T03:35:27.966" v="849" actId="20578"/>
        <pc:sldMkLst>
          <pc:docMk/>
          <pc:sldMk cId="1574891664" sldId="285"/>
        </pc:sldMkLst>
      </pc:sldChg>
      <pc:sldChg chg="add">
        <pc:chgData name="Toby Donaldson" userId="2e6e5431-bb17-4c41-9985-d39c50d83c73" providerId="ADAL" clId="{F31BC264-820E-54C4-A6D1-F92AF9CC222E}" dt="2026-09-28T03:07:04.708" v="348" actId="2890"/>
        <pc:sldMkLst>
          <pc:docMk/>
          <pc:sldMk cId="2849338539" sldId="286"/>
        </pc:sldMkLst>
      </pc:sldChg>
      <pc:sldChg chg="delSp add mod">
        <pc:chgData name="Toby Donaldson" userId="2e6e5431-bb17-4c41-9985-d39c50d83c73" providerId="ADAL" clId="{F31BC264-820E-54C4-A6D1-F92AF9CC222E}" dt="2026-09-28T03:19:40.071" v="637" actId="21"/>
        <pc:sldMkLst>
          <pc:docMk/>
          <pc:sldMk cId="616838184" sldId="287"/>
        </pc:sldMkLst>
        <pc:grpChg chg="del">
          <ac:chgData name="Toby Donaldson" userId="2e6e5431-bb17-4c41-9985-d39c50d83c73" providerId="ADAL" clId="{F31BC264-820E-54C4-A6D1-F92AF9CC222E}" dt="2026-09-28T03:19:40.071" v="637" actId="21"/>
          <ac:grpSpMkLst>
            <pc:docMk/>
            <pc:sldMk cId="616838184" sldId="287"/>
            <ac:grpSpMk id="10" creationId="{3EE58958-71AC-D02E-B4C9-548CA37A7516}"/>
          </ac:grpSpMkLst>
        </pc:grpChg>
        <pc:grpChg chg="del">
          <ac:chgData name="Toby Donaldson" userId="2e6e5431-bb17-4c41-9985-d39c50d83c73" providerId="ADAL" clId="{F31BC264-820E-54C4-A6D1-F92AF9CC222E}" dt="2026-09-28T03:19:40.071" v="637" actId="21"/>
          <ac:grpSpMkLst>
            <pc:docMk/>
            <pc:sldMk cId="616838184" sldId="287"/>
            <ac:grpSpMk id="13" creationId="{CDF2FFC9-CABC-15B3-0EED-83BE38750516}"/>
          </ac:grpSpMkLst>
        </pc:grpChg>
      </pc:sldChg>
      <pc:sldChg chg="delSp add mod">
        <pc:chgData name="Toby Donaldson" userId="2e6e5431-bb17-4c41-9985-d39c50d83c73" providerId="ADAL" clId="{F31BC264-820E-54C4-A6D1-F92AF9CC222E}" dt="2026-09-28T03:19:56.644" v="640" actId="21"/>
        <pc:sldMkLst>
          <pc:docMk/>
          <pc:sldMk cId="2319773601" sldId="288"/>
        </pc:sldMkLst>
        <pc:grpChg chg="del">
          <ac:chgData name="Toby Donaldson" userId="2e6e5431-bb17-4c41-9985-d39c50d83c73" providerId="ADAL" clId="{F31BC264-820E-54C4-A6D1-F92AF9CC222E}" dt="2026-09-28T03:19:56.644" v="640" actId="21"/>
          <ac:grpSpMkLst>
            <pc:docMk/>
            <pc:sldMk cId="2319773601" sldId="288"/>
            <ac:grpSpMk id="13" creationId="{E1C8D604-1E63-835E-1BEC-F18953D8A44E}"/>
          </ac:grpSpMkLst>
        </pc:grpChg>
      </pc:sldChg>
      <pc:sldChg chg="add">
        <pc:chgData name="Toby Donaldson" userId="2e6e5431-bb17-4c41-9985-d39c50d83c73" providerId="ADAL" clId="{F31BC264-820E-54C4-A6D1-F92AF9CC222E}" dt="2026-09-28T03:19:47.552" v="638" actId="2890"/>
        <pc:sldMkLst>
          <pc:docMk/>
          <pc:sldMk cId="3123267188" sldId="289"/>
        </pc:sldMkLst>
      </pc:sldChg>
      <pc:sldChg chg="addSp delSp modSp add mod modAnim">
        <pc:chgData name="Toby Donaldson" userId="2e6e5431-bb17-4c41-9985-d39c50d83c73" providerId="ADAL" clId="{F31BC264-820E-54C4-A6D1-F92AF9CC222E}" dt="2026-09-28T03:21:00.094" v="675"/>
        <pc:sldMkLst>
          <pc:docMk/>
          <pc:sldMk cId="781840860" sldId="290"/>
        </pc:sldMkLst>
        <pc:spChg chg="mod">
          <ac:chgData name="Toby Donaldson" userId="2e6e5431-bb17-4c41-9985-d39c50d83c73" providerId="ADAL" clId="{F31BC264-820E-54C4-A6D1-F92AF9CC222E}" dt="2026-09-28T03:20:49.176" v="674" actId="20577"/>
          <ac:spMkLst>
            <pc:docMk/>
            <pc:sldMk cId="781840860" sldId="290"/>
            <ac:spMk id="2" creationId="{B54E9B68-94F6-DE60-6A04-2A2F1A74F85E}"/>
          </ac:spMkLst>
        </pc:spChg>
        <pc:spChg chg="add mod">
          <ac:chgData name="Toby Donaldson" userId="2e6e5431-bb17-4c41-9985-d39c50d83c73" providerId="ADAL" clId="{F31BC264-820E-54C4-A6D1-F92AF9CC222E}" dt="2026-09-28T03:21:00.094" v="675"/>
          <ac:spMkLst>
            <pc:docMk/>
            <pc:sldMk cId="781840860" sldId="290"/>
            <ac:spMk id="3" creationId="{559C3EB2-9934-1D07-D835-D2467C8393C3}"/>
          </ac:spMkLst>
        </pc:spChg>
        <pc:grpChg chg="del">
          <ac:chgData name="Toby Donaldson" userId="2e6e5431-bb17-4c41-9985-d39c50d83c73" providerId="ADAL" clId="{F31BC264-820E-54C4-A6D1-F92AF9CC222E}" dt="2026-09-28T03:20:36.788" v="643" actId="21"/>
          <ac:grpSpMkLst>
            <pc:docMk/>
            <pc:sldMk cId="781840860" sldId="290"/>
            <ac:grpSpMk id="7" creationId="{0996D466-3FEF-3959-0D11-5B024D1D6AE0}"/>
          </ac:grpSpMkLst>
        </pc:grpChg>
        <pc:grpChg chg="del">
          <ac:chgData name="Toby Donaldson" userId="2e6e5431-bb17-4c41-9985-d39c50d83c73" providerId="ADAL" clId="{F31BC264-820E-54C4-A6D1-F92AF9CC222E}" dt="2026-09-28T03:20:36.788" v="643" actId="21"/>
          <ac:grpSpMkLst>
            <pc:docMk/>
            <pc:sldMk cId="781840860" sldId="290"/>
            <ac:grpSpMk id="10" creationId="{85BF80E5-6199-24E9-272E-655B2B169C40}"/>
          </ac:grpSpMkLst>
        </pc:grpChg>
        <pc:grpChg chg="del">
          <ac:chgData name="Toby Donaldson" userId="2e6e5431-bb17-4c41-9985-d39c50d83c73" providerId="ADAL" clId="{F31BC264-820E-54C4-A6D1-F92AF9CC222E}" dt="2026-09-28T03:20:36.788" v="643" actId="21"/>
          <ac:grpSpMkLst>
            <pc:docMk/>
            <pc:sldMk cId="781840860" sldId="290"/>
            <ac:grpSpMk id="13" creationId="{5AF78126-EB0F-A48D-4399-142CFD62C9C3}"/>
          </ac:grpSpMkLst>
        </pc:grpChg>
      </pc:sldChg>
      <pc:sldChg chg="add del">
        <pc:chgData name="Toby Donaldson" userId="2e6e5431-bb17-4c41-9985-d39c50d83c73" providerId="ADAL" clId="{F31BC264-820E-54C4-A6D1-F92AF9CC222E}" dt="2026-09-28T03:20:02.445" v="641" actId="2696"/>
        <pc:sldMkLst>
          <pc:docMk/>
          <pc:sldMk cId="3053787012" sldId="290"/>
        </pc:sldMkLst>
      </pc:sldChg>
      <pc:sldChg chg="addSp delSp modSp add mod ord delAnim modAnim">
        <pc:chgData name="Toby Donaldson" userId="2e6e5431-bb17-4c41-9985-d39c50d83c73" providerId="ADAL" clId="{F31BC264-820E-54C4-A6D1-F92AF9CC222E}" dt="2026-09-28T03:24:32.038" v="734"/>
        <pc:sldMkLst>
          <pc:docMk/>
          <pc:sldMk cId="1571164964" sldId="291"/>
        </pc:sldMkLst>
        <pc:spChg chg="mod">
          <ac:chgData name="Toby Donaldson" userId="2e6e5431-bb17-4c41-9985-d39c50d83c73" providerId="ADAL" clId="{F31BC264-820E-54C4-A6D1-F92AF9CC222E}" dt="2026-09-28T03:23:38.081" v="722" actId="20577"/>
          <ac:spMkLst>
            <pc:docMk/>
            <pc:sldMk cId="1571164964" sldId="291"/>
            <ac:spMk id="2" creationId="{5589A304-F718-1296-3FF5-68441A1AFDD9}"/>
          </ac:spMkLst>
        </pc:spChg>
        <pc:spChg chg="del mod">
          <ac:chgData name="Toby Donaldson" userId="2e6e5431-bb17-4c41-9985-d39c50d83c73" providerId="ADAL" clId="{F31BC264-820E-54C4-A6D1-F92AF9CC222E}" dt="2026-09-28T03:23:46.060" v="725" actId="21"/>
          <ac:spMkLst>
            <pc:docMk/>
            <pc:sldMk cId="1571164964" sldId="291"/>
            <ac:spMk id="3" creationId="{0765B8FF-F083-3586-993F-A6FFAAA33156}"/>
          </ac:spMkLst>
        </pc:spChg>
        <pc:spChg chg="add mod">
          <ac:chgData name="Toby Donaldson" userId="2e6e5431-bb17-4c41-9985-d39c50d83c73" providerId="ADAL" clId="{F31BC264-820E-54C4-A6D1-F92AF9CC222E}" dt="2026-09-28T03:24:32.038" v="734"/>
          <ac:spMkLst>
            <pc:docMk/>
            <pc:sldMk cId="1571164964" sldId="291"/>
            <ac:spMk id="5" creationId="{52F0801C-7ACE-D6D8-B17F-EC9DFDA9E53D}"/>
          </ac:spMkLst>
        </pc:spChg>
        <pc:picChg chg="add del mod">
          <ac:chgData name="Toby Donaldson" userId="2e6e5431-bb17-4c41-9985-d39c50d83c73" providerId="ADAL" clId="{F31BC264-820E-54C4-A6D1-F92AF9CC222E}" dt="2026-09-28T03:24:24.324" v="733" actId="21"/>
          <ac:picMkLst>
            <pc:docMk/>
            <pc:sldMk cId="1571164964" sldId="291"/>
            <ac:picMk id="4" creationId="{6951E5DB-5E43-3699-AD52-2D4306529322}"/>
          </ac:picMkLst>
        </pc:picChg>
      </pc:sldChg>
      <pc:sldChg chg="addSp delSp modSp add mod ord">
        <pc:chgData name="Toby Donaldson" userId="2e6e5431-bb17-4c41-9985-d39c50d83c73" providerId="ADAL" clId="{F31BC264-820E-54C4-A6D1-F92AF9CC222E}" dt="2026-09-28T03:29:34.102" v="797" actId="20578"/>
        <pc:sldMkLst>
          <pc:docMk/>
          <pc:sldMk cId="1486917320" sldId="292"/>
        </pc:sldMkLst>
        <pc:spChg chg="add mod">
          <ac:chgData name="Toby Donaldson" userId="2e6e5431-bb17-4c41-9985-d39c50d83c73" providerId="ADAL" clId="{F31BC264-820E-54C4-A6D1-F92AF9CC222E}" dt="2026-09-28T03:29:04.862" v="795" actId="1076"/>
          <ac:spMkLst>
            <pc:docMk/>
            <pc:sldMk cId="1486917320" sldId="292"/>
            <ac:spMk id="5" creationId="{27A29284-E390-1C7C-7FEF-41FCE43C49D3}"/>
          </ac:spMkLst>
        </pc:spChg>
        <pc:picChg chg="add mod">
          <ac:chgData name="Toby Donaldson" userId="2e6e5431-bb17-4c41-9985-d39c50d83c73" providerId="ADAL" clId="{F31BC264-820E-54C4-A6D1-F92AF9CC222E}" dt="2026-09-28T03:26:50.379" v="767" actId="1076"/>
          <ac:picMkLst>
            <pc:docMk/>
            <pc:sldMk cId="1486917320" sldId="292"/>
            <ac:picMk id="3" creationId="{098068CA-1720-07D3-A5B3-5F84FD79FEDA}"/>
          </ac:picMkLst>
        </pc:picChg>
        <pc:picChg chg="del mod">
          <ac:chgData name="Toby Donaldson" userId="2e6e5431-bb17-4c41-9985-d39c50d83c73" providerId="ADAL" clId="{F31BC264-820E-54C4-A6D1-F92AF9CC222E}" dt="2026-09-28T03:26:34.285" v="763" actId="21"/>
          <ac:picMkLst>
            <pc:docMk/>
            <pc:sldMk cId="1486917320" sldId="292"/>
            <ac:picMk id="4" creationId="{D96D2178-649E-1602-0648-D7E0BCC55118}"/>
          </ac:picMkLst>
        </pc:picChg>
      </pc:sldChg>
      <pc:sldChg chg="add del">
        <pc:chgData name="Toby Donaldson" userId="2e6e5431-bb17-4c41-9985-d39c50d83c73" providerId="ADAL" clId="{F31BC264-820E-54C4-A6D1-F92AF9CC222E}" dt="2026-09-28T03:24:16.474" v="731" actId="2696"/>
        <pc:sldMkLst>
          <pc:docMk/>
          <pc:sldMk cId="1727833341" sldId="292"/>
        </pc:sldMkLst>
      </pc:sldChg>
      <pc:sldChg chg="modSp add mod">
        <pc:chgData name="Toby Donaldson" userId="2e6e5431-bb17-4c41-9985-d39c50d83c73" providerId="ADAL" clId="{F31BC264-820E-54C4-A6D1-F92AF9CC222E}" dt="2026-09-28T03:24:49.716" v="759" actId="1076"/>
        <pc:sldMkLst>
          <pc:docMk/>
          <pc:sldMk cId="4261763910" sldId="293"/>
        </pc:sldMkLst>
        <pc:spChg chg="mod">
          <ac:chgData name="Toby Donaldson" userId="2e6e5431-bb17-4c41-9985-d39c50d83c73" providerId="ADAL" clId="{F31BC264-820E-54C4-A6D1-F92AF9CC222E}" dt="2026-09-28T03:24:49.716" v="759" actId="1076"/>
          <ac:spMkLst>
            <pc:docMk/>
            <pc:sldMk cId="4261763910" sldId="293"/>
            <ac:spMk id="3" creationId="{13B334F8-84EC-E00E-74F9-A8E03C7ADEE9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9-28T03:32:03.497" v="828" actId="21"/>
        <pc:sldMkLst>
          <pc:docMk/>
          <pc:sldMk cId="3131224629" sldId="294"/>
        </pc:sldMkLst>
        <pc:spChg chg="mod">
          <ac:chgData name="Toby Donaldson" userId="2e6e5431-bb17-4c41-9985-d39c50d83c73" providerId="ADAL" clId="{F31BC264-820E-54C4-A6D1-F92AF9CC222E}" dt="2026-09-28T03:29:43.277" v="824" actId="20577"/>
          <ac:spMkLst>
            <pc:docMk/>
            <pc:sldMk cId="3131224629" sldId="294"/>
            <ac:spMk id="2" creationId="{C55696B9-36A8-2FE5-492D-7ECAB6D34502}"/>
          </ac:spMkLst>
        </pc:spChg>
        <pc:picChg chg="add del">
          <ac:chgData name="Toby Donaldson" userId="2e6e5431-bb17-4c41-9985-d39c50d83c73" providerId="ADAL" clId="{F31BC264-820E-54C4-A6D1-F92AF9CC222E}" dt="2026-09-28T03:32:03.497" v="828" actId="21"/>
          <ac:picMkLst>
            <pc:docMk/>
            <pc:sldMk cId="3131224629" sldId="294"/>
            <ac:picMk id="3" creationId="{148EC868-09F5-122E-23C4-A0C58E49B721}"/>
          </ac:picMkLst>
        </pc:picChg>
      </pc:sldChg>
      <pc:sldChg chg="addSp modSp add mod">
        <pc:chgData name="Toby Donaldson" userId="2e6e5431-bb17-4c41-9985-d39c50d83c73" providerId="ADAL" clId="{F31BC264-820E-54C4-A6D1-F92AF9CC222E}" dt="2026-09-28T03:33:52.479" v="843" actId="20577"/>
        <pc:sldMkLst>
          <pc:docMk/>
          <pc:sldMk cId="2829825335" sldId="295"/>
        </pc:sldMkLst>
        <pc:spChg chg="add mod">
          <ac:chgData name="Toby Donaldson" userId="2e6e5431-bb17-4c41-9985-d39c50d83c73" providerId="ADAL" clId="{F31BC264-820E-54C4-A6D1-F92AF9CC222E}" dt="2026-09-28T03:33:52.479" v="843" actId="20577"/>
          <ac:spMkLst>
            <pc:docMk/>
            <pc:sldMk cId="2829825335" sldId="295"/>
            <ac:spMk id="6" creationId="{E031AD4D-3355-2D5C-005C-7190EBE557AE}"/>
          </ac:spMkLst>
        </pc:spChg>
        <pc:picChg chg="mod">
          <ac:chgData name="Toby Donaldson" userId="2e6e5431-bb17-4c41-9985-d39c50d83c73" providerId="ADAL" clId="{F31BC264-820E-54C4-A6D1-F92AF9CC222E}" dt="2026-09-28T03:33:23.313" v="838" actId="1076"/>
          <ac:picMkLst>
            <pc:docMk/>
            <pc:sldMk cId="2829825335" sldId="295"/>
            <ac:picMk id="3" creationId="{9937ED3B-0223-766B-1945-0D7FA4EC0A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6C6F-91BD-4721-931A-A59463317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18D3D-4490-441B-ABF3-EB20DE394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C5BE7-4A4D-4923-A970-19EA6B5E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11635-9A34-430A-8A8D-1F6FEE41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20716-2CFB-4DEE-A2E5-FC360CED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897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F520C-FF1A-43C8-BED7-62C292D3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84839-9798-46B2-A451-21992BE9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A01B-DE39-4867-BAE6-D4BFDA3F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74032-621A-4B6E-BFDD-48D2C02E9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AC73-A8A2-4BAE-BDBB-BE2E6533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16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1880-DF24-47E5-805E-2C5ED014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7DAB-4A9B-4C55-B50F-A7AE0080C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F556B-C30B-4E9F-A47D-D83C81E4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7D7F-1FDF-41BB-9A92-85A6C295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4AA4E-6E9E-43BD-B838-CCE621CC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473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14B0-EB25-41CD-9B03-932858FE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15DDC-E014-4315-93C0-F6A62DF83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24C33-63D4-4E7A-908C-11C6110A5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47136-995A-471D-B193-71DA35AD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C18AB-A888-482F-879A-45D8E70C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9492D-69AD-4D63-AE06-BB9679B4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76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2C12-E557-4AB1-86DF-9F6F4A85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D07B-8393-4C22-AFFF-C620519D6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F7E17-4059-46F9-A269-CCD40D4E7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69C5B5-FD72-4392-A2BE-6AC7E1451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44CD6-27D9-48F7-B978-BBF4328E3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B3B4F-A9ED-4001-BB66-46201EB9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25912-6CBE-42C3-A77A-472669D3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89E5F-BFA4-43F6-B858-A5C58F91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001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1B78-3704-4B13-B2A7-B3D2E35A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6678E-24D4-4152-B104-492FB5BC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00D92-EE17-42C6-9172-09501457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B82C3-D695-40A2-8951-0583EB1E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444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0E068-D43A-44CA-AD0B-AF8C2D56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07CC6-5CE8-4EAA-8221-B7B7FB04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0F438-8A46-45B4-B915-5FF342A7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90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7816-A98B-4327-B66B-870CCF1B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4641-DF89-4A08-9EA2-3F6BAF4C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2E391-ED7A-4CBE-82A0-2E787AB10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E76FB-6CAA-445D-9937-74835F2ED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1DE50-6AD7-4E1D-840A-C8BB368B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2C8F6-CDDF-4F2D-8382-6C6C3C06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11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68EE-A440-4BE7-8FA4-8B0C19D3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11A3B-761F-493E-A7FF-F30594B17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EF268-B2E5-4F98-A356-FD47E3F63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D73E5-261C-410C-8F2A-35ECD903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6E0A7-AEA5-45B4-B55A-269FFB55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2DF7B-1889-4B2D-AF8F-587E34C7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252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CF56-DAB6-4DB9-A2D2-81F8640D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65D3E-D3A9-4085-9F4A-29128FC7A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A37A3-954D-447E-B804-626877BD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BDFD-F303-4C34-9E4C-C689CAC8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959E-AB91-4E1C-A5D4-7C434BF4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56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A4DE49-A604-4F28-A2B4-73C0FC123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81BD9-F685-441C-9803-7AC835B76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86F6B-8366-4903-8436-FF777052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0EE11-6AEF-426B-9B77-68A2AAF41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37FED-047B-4EC4-A2F0-2FA47492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64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3DC5B7-281C-4851-A0AE-6543A4FB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FE235-CEFD-4ABB-B6FB-F1802FE8D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EA91-9B78-4DFD-A2E5-7D6325AF0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E533D-5A30-424C-ADAA-EBA918E78813}" type="datetimeFigureOut">
              <a:rPr lang="en-AU" smtClean="0"/>
              <a:t>27/9/2026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65EC0-490B-4003-94B8-832E7F4CD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7898-400D-418B-B00C-BB8023D95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09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org&amp;utm_campaign=parser&amp;utm_content=thumbnai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org&amp;utm_campaign=parser&amp;utm_content=thumbnai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org&amp;utm_campaign=parser&amp;utm_content=thumbnai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326F70-6E73-48ED-853E-D802A1F7CD4A}"/>
              </a:ext>
            </a:extLst>
          </p:cNvPr>
          <p:cNvSpPr txBox="1"/>
          <p:nvPr/>
        </p:nvSpPr>
        <p:spPr>
          <a:xfrm>
            <a:off x="4501581" y="1903944"/>
            <a:ext cx="65365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/>
              <a:t>Scheme (LISP)</a:t>
            </a:r>
            <a:br>
              <a:rPr lang="en-CA" sz="3200" dirty="0"/>
            </a:br>
            <a:r>
              <a:rPr lang="en-CA" sz="3200" dirty="0"/>
              <a:t>A functional and dynamically typed language with good support for lists and higher order functions.</a:t>
            </a:r>
            <a:endParaRPr lang="en-A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F9EAB-E96A-4A13-B339-346BBE62D038}"/>
              </a:ext>
            </a:extLst>
          </p:cNvPr>
          <p:cNvSpPr txBox="1"/>
          <p:nvPr/>
        </p:nvSpPr>
        <p:spPr>
          <a:xfrm>
            <a:off x="6664137" y="4640746"/>
            <a:ext cx="2211438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A" sz="3600" dirty="0"/>
              <a:t>CMPT 383</a:t>
            </a:r>
          </a:p>
          <a:p>
            <a:pPr algn="ctr"/>
            <a:r>
              <a:rPr lang="en-CA" sz="3600" dirty="0"/>
              <a:t>Fall 2026</a:t>
            </a:r>
          </a:p>
          <a:p>
            <a:pPr algn="ctr"/>
            <a:r>
              <a:rPr lang="en-CA" sz="3600" dirty="0"/>
              <a:t>SFU Surrey</a:t>
            </a:r>
            <a:endParaRPr lang="en-AU" sz="3600" dirty="0"/>
          </a:p>
        </p:txBody>
      </p:sp>
      <p:pic>
        <p:nvPicPr>
          <p:cNvPr id="2" name="Picture 2" descr="Racket (programming language) - Wikipedia">
            <a:extLst>
              <a:ext uri="{FF2B5EF4-FFF2-40B4-BE49-F238E27FC236}">
                <a16:creationId xmlns:a16="http://schemas.microsoft.com/office/drawing/2014/main" id="{6CF7EA21-F47E-4D11-0CE9-5C10A59F1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47" y="798499"/>
            <a:ext cx="2978202" cy="297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58FF75-2376-46F2-19E6-8CFEBBBDC59F}"/>
              </a:ext>
            </a:extLst>
          </p:cNvPr>
          <p:cNvSpPr txBox="1"/>
          <p:nvPr/>
        </p:nvSpPr>
        <p:spPr>
          <a:xfrm>
            <a:off x="934639" y="4102137"/>
            <a:ext cx="25474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i="1" dirty="0"/>
              <a:t>       LISP: 1960</a:t>
            </a:r>
            <a:br>
              <a:rPr lang="en-CA" sz="3200" i="1" dirty="0"/>
            </a:br>
            <a:r>
              <a:rPr lang="en-CA" sz="3200" i="1" dirty="0"/>
              <a:t>Scheme: 1975</a:t>
            </a:r>
          </a:p>
          <a:p>
            <a:r>
              <a:rPr lang="en-CA" sz="3200" i="1" dirty="0"/>
              <a:t> Racket: 1995</a:t>
            </a:r>
            <a:endParaRPr lang="en-AU" sz="3200" i="1" dirty="0"/>
          </a:p>
        </p:txBody>
      </p:sp>
    </p:spTree>
    <p:extLst>
      <p:ext uri="{BB962C8B-B14F-4D97-AF65-F5344CB8AC3E}">
        <p14:creationId xmlns:p14="http://schemas.microsoft.com/office/powerpoint/2010/main" val="59829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105B6D-9708-4D3F-8738-4E92FD6B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923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 dirty="0"/>
              <a:t>What was going on in 1960?</a:t>
            </a:r>
            <a:endParaRPr lang="en-AU" sz="6600" dirty="0"/>
          </a:p>
        </p:txBody>
      </p:sp>
    </p:spTree>
    <p:extLst>
      <p:ext uri="{BB962C8B-B14F-4D97-AF65-F5344CB8AC3E}">
        <p14:creationId xmlns:p14="http://schemas.microsoft.com/office/powerpoint/2010/main" val="124746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FCE7-DB3A-40C9-92A2-796AAF38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First Appearances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243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AAF09-5F79-584A-39B1-C352E2A7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AAF8-9DEC-CA6F-4790-29DF18C5D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First Appearances</a:t>
            </a:r>
            <a:endParaRPr lang="en-A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BD7798-D95B-B2AC-1701-5A8C24FF56B6}"/>
              </a:ext>
            </a:extLst>
          </p:cNvPr>
          <p:cNvGrpSpPr/>
          <p:nvPr/>
        </p:nvGrpSpPr>
        <p:grpSpPr>
          <a:xfrm>
            <a:off x="689610" y="2118638"/>
            <a:ext cx="2759059" cy="2620724"/>
            <a:chOff x="669290" y="1690688"/>
            <a:chExt cx="2759059" cy="26207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A1E4A59-D3A3-FAE0-1B8F-513D2CF78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9290" y="1690688"/>
              <a:ext cx="2759059" cy="225139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A17C11-5035-5B20-3A5A-C556B7F57B30}"/>
                </a:ext>
              </a:extLst>
            </p:cNvPr>
            <p:cNvSpPr txBox="1"/>
            <p:nvPr/>
          </p:nvSpPr>
          <p:spPr>
            <a:xfrm>
              <a:off x="669290" y="3942080"/>
              <a:ext cx="2759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Laser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6838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07A7-9312-BBCC-380A-57AE049A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766D-D5B1-9297-5E53-19FB9B89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First Appearances</a:t>
            </a:r>
            <a:endParaRPr lang="en-A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AE27BF-23E0-14A2-A10E-E4F110AE110F}"/>
              </a:ext>
            </a:extLst>
          </p:cNvPr>
          <p:cNvGrpSpPr/>
          <p:nvPr/>
        </p:nvGrpSpPr>
        <p:grpSpPr>
          <a:xfrm>
            <a:off x="689610" y="2118638"/>
            <a:ext cx="2759059" cy="2620724"/>
            <a:chOff x="669290" y="1690688"/>
            <a:chExt cx="2759059" cy="26207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7B5259-21C7-AA58-BDA1-FEF2BA366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9290" y="1690688"/>
              <a:ext cx="2759059" cy="225139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C0E8B7-56B7-3EBA-C7BF-F1ED92C84EB9}"/>
                </a:ext>
              </a:extLst>
            </p:cNvPr>
            <p:cNvSpPr txBox="1"/>
            <p:nvPr/>
          </p:nvSpPr>
          <p:spPr>
            <a:xfrm>
              <a:off x="669290" y="3942080"/>
              <a:ext cx="2759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Laser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12B6314-526B-CB01-9C5D-9A50E7B27965}"/>
              </a:ext>
            </a:extLst>
          </p:cNvPr>
          <p:cNvGrpSpPr/>
          <p:nvPr/>
        </p:nvGrpSpPr>
        <p:grpSpPr>
          <a:xfrm>
            <a:off x="4431269" y="2118638"/>
            <a:ext cx="2669575" cy="2583081"/>
            <a:chOff x="7164310" y="2983865"/>
            <a:chExt cx="2669575" cy="2583081"/>
          </a:xfrm>
        </p:grpSpPr>
        <p:pic>
          <p:nvPicPr>
            <p:cNvPr id="5" name="Picture 4" descr="First weather satellite (TIROS) | DARPA">
              <a:extLst>
                <a:ext uri="{FF2B5EF4-FFF2-40B4-BE49-F238E27FC236}">
                  <a16:creationId xmlns:a16="http://schemas.microsoft.com/office/drawing/2014/main" id="{6D3209D2-1B75-E00C-86D9-9D302C419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4310" y="2983865"/>
              <a:ext cx="2669574" cy="19367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31A1121-4F6C-5E06-71A8-3F7C5F57F067}"/>
                </a:ext>
              </a:extLst>
            </p:cNvPr>
            <p:cNvSpPr txBox="1"/>
            <p:nvPr/>
          </p:nvSpPr>
          <p:spPr>
            <a:xfrm>
              <a:off x="7164311" y="4920615"/>
              <a:ext cx="26695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r>
                <a:rPr lang="en-US" baseline="30000" dirty="0"/>
                <a:t>st</a:t>
              </a:r>
              <a:r>
                <a:rPr lang="en-US" dirty="0"/>
                <a:t> Weather Satellite: TIROS1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773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A7B1-53DD-711E-3EE7-E8478237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C1F0-982D-2598-6BAF-3A190440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First Appearances</a:t>
            </a:r>
            <a:endParaRPr lang="en-A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227E524-64C4-7158-6930-C9CF72EC86A9}"/>
              </a:ext>
            </a:extLst>
          </p:cNvPr>
          <p:cNvGrpSpPr/>
          <p:nvPr/>
        </p:nvGrpSpPr>
        <p:grpSpPr>
          <a:xfrm>
            <a:off x="689610" y="2118638"/>
            <a:ext cx="2759059" cy="2620724"/>
            <a:chOff x="669290" y="1690688"/>
            <a:chExt cx="2759059" cy="26207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DF395FF-DF5F-6C4F-DB87-E40D1FA8B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9290" y="1690688"/>
              <a:ext cx="2759059" cy="225139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C6DE53-E0EC-31F3-254D-1DC313265539}"/>
                </a:ext>
              </a:extLst>
            </p:cNvPr>
            <p:cNvSpPr txBox="1"/>
            <p:nvPr/>
          </p:nvSpPr>
          <p:spPr>
            <a:xfrm>
              <a:off x="669290" y="3942080"/>
              <a:ext cx="2759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Laser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AB998B-6FEF-6162-4F66-F736227B5B91}"/>
              </a:ext>
            </a:extLst>
          </p:cNvPr>
          <p:cNvGrpSpPr/>
          <p:nvPr/>
        </p:nvGrpSpPr>
        <p:grpSpPr>
          <a:xfrm>
            <a:off x="4431269" y="2118638"/>
            <a:ext cx="2669575" cy="2583081"/>
            <a:chOff x="7164310" y="2983865"/>
            <a:chExt cx="2669575" cy="2583081"/>
          </a:xfrm>
        </p:grpSpPr>
        <p:pic>
          <p:nvPicPr>
            <p:cNvPr id="5" name="Picture 4" descr="First weather satellite (TIROS) | DARPA">
              <a:extLst>
                <a:ext uri="{FF2B5EF4-FFF2-40B4-BE49-F238E27FC236}">
                  <a16:creationId xmlns:a16="http://schemas.microsoft.com/office/drawing/2014/main" id="{49A9F97A-461B-E0C5-1398-844FED983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4310" y="2983865"/>
              <a:ext cx="2669574" cy="19367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9A6DE7-7E5B-D9E7-2923-F7F5B850CD77}"/>
                </a:ext>
              </a:extLst>
            </p:cNvPr>
            <p:cNvSpPr txBox="1"/>
            <p:nvPr/>
          </p:nvSpPr>
          <p:spPr>
            <a:xfrm>
              <a:off x="7164311" y="4920615"/>
              <a:ext cx="26695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  <a:r>
                <a:rPr lang="en-US" baseline="30000" dirty="0"/>
                <a:t>st</a:t>
              </a:r>
              <a:r>
                <a:rPr lang="en-US" dirty="0"/>
                <a:t> Weather Satellite: TIROS1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5DB5AE-FA29-EE68-7098-8AE7DB0BBDF4}"/>
              </a:ext>
            </a:extLst>
          </p:cNvPr>
          <p:cNvGrpSpPr/>
          <p:nvPr/>
        </p:nvGrpSpPr>
        <p:grpSpPr>
          <a:xfrm>
            <a:off x="8083445" y="2118638"/>
            <a:ext cx="2445392" cy="2291570"/>
            <a:chOff x="8063125" y="1797778"/>
            <a:chExt cx="2445392" cy="22915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541326-580F-D21B-0150-9CDA5133C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63125" y="1797778"/>
              <a:ext cx="2445392" cy="19367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C2C022-4057-5C57-A3F3-DA58DCED91E0}"/>
                </a:ext>
              </a:extLst>
            </p:cNvPr>
            <p:cNvSpPr txBox="1"/>
            <p:nvPr/>
          </p:nvSpPr>
          <p:spPr>
            <a:xfrm>
              <a:off x="8063125" y="3720016"/>
              <a:ext cx="2445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Etch A Sketch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326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C923-8111-E3E0-3723-1711F643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9B68-94F6-DE60-6A04-2A2F1A74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Highest Grossing Video Game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C3EB2-9934-1D07-D835-D2467C8393C3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78184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3FC03-BA1C-3083-2D9F-49049C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33D0-6D6A-D0B5-A021-3DE694CE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Highest Grossing Video Game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334F8-84EC-E00E-74F9-A8E03C7ADEE9}"/>
              </a:ext>
            </a:extLst>
          </p:cNvPr>
          <p:cNvSpPr txBox="1"/>
          <p:nvPr/>
        </p:nvSpPr>
        <p:spPr>
          <a:xfrm>
            <a:off x="3476225" y="3075057"/>
            <a:ext cx="4528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No video games yet!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6176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0672-9490-9B79-F27E-3354DD39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A304-F718-1296-3FF5-68441A1A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Top Grossing Movie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0801C-7ACE-D6D8-B17F-EC9DFDA9E53D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57116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4FE7-D8D3-4C8F-6FFE-4E0E86D90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34B8-6DF8-5AFE-BBAF-CB42D86B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Top Grossing Movie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8068CA-1720-07D3-A5B3-5F84FD79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536" y="1401873"/>
            <a:ext cx="3454263" cy="5181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A29284-E390-1C7C-7FEF-41FCE43C49D3}"/>
              </a:ext>
            </a:extLst>
          </p:cNvPr>
          <p:cNvSpPr txBox="1"/>
          <p:nvPr/>
        </p:nvSpPr>
        <p:spPr>
          <a:xfrm>
            <a:off x="7701279" y="2104072"/>
            <a:ext cx="37795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Spartacus</a:t>
            </a:r>
            <a:br>
              <a:rPr lang="en-US" dirty="0"/>
            </a:br>
            <a:r>
              <a:rPr lang="en-CA" dirty="0"/>
              <a:t>An epic historical drama that tells the story of an enslaved Roman gladiator who leads a rebellion against the Roman Republic. Celebrated for its iconic "I'm Spartacus!" scene and grand battle sequences, the film remains a timeless cinematic symbol of resistance against tyranny.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917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1A64D-C736-CBDE-1A53-D5C804A0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696B9-36A8-2FE5-492D-7ECAB6D3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Most Popular Song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83A44B-8ADB-C2B5-B091-52AE58764AAE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3122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69A2-7836-CA9C-4354-28D29FE0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766-65EA-27C0-02E3-E6065660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1960: Most Popular Song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F2859-F916-6364-C846-7C1F78E814C8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37ED3B-0223-766B-1945-0D7FA4EC0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0" y="1558290"/>
            <a:ext cx="4934585" cy="4934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1AD4D-3355-2D5C-005C-7190EBE557AE}"/>
              </a:ext>
            </a:extLst>
          </p:cNvPr>
          <p:cNvSpPr txBox="1"/>
          <p:nvPr/>
        </p:nvSpPr>
        <p:spPr>
          <a:xfrm>
            <a:off x="7711440" y="3157696"/>
            <a:ext cx="4389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A lush, orchestral instrumental standard arranged by Percy Faith, it captures a timeless, nostalgic feeling of youthful romance and easygoing vintage summer calm.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82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C59CE-E9C7-15D1-0CC1-049F947BC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C69148-0ECD-0EB1-1D41-271B6304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923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 dirty="0"/>
              <a:t>What was going on in 1975?</a:t>
            </a:r>
            <a:endParaRPr lang="en-AU" sz="6600" dirty="0"/>
          </a:p>
        </p:txBody>
      </p:sp>
    </p:spTree>
    <p:extLst>
      <p:ext uri="{BB962C8B-B14F-4D97-AF65-F5344CB8AC3E}">
        <p14:creationId xmlns:p14="http://schemas.microsoft.com/office/powerpoint/2010/main" val="1574891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D710-CD42-6FDC-CA10-286B809D8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DA26-AA38-846A-9FEB-8A5ADDAE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First Appearances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90CC80-6058-FE26-54FC-F65EF54E8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197" y="1399284"/>
            <a:ext cx="2282158" cy="1923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327EB4-2908-64CF-9F40-B7367154CD2A}"/>
              </a:ext>
            </a:extLst>
          </p:cNvPr>
          <p:cNvSpPr txBox="1"/>
          <p:nvPr/>
        </p:nvSpPr>
        <p:spPr>
          <a:xfrm>
            <a:off x="2987733" y="3322555"/>
            <a:ext cx="2282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Cromemco</a:t>
            </a:r>
            <a:r>
              <a:rPr lang="en-CA" b="1" dirty="0"/>
              <a:t> Cyclops</a:t>
            </a:r>
          </a:p>
          <a:p>
            <a:pPr algn="ctr"/>
            <a:r>
              <a:rPr lang="en-AU" dirty="0"/>
              <a:t>First all-digital camera</a:t>
            </a:r>
          </a:p>
          <a:p>
            <a:pPr algn="ctr"/>
            <a:r>
              <a:rPr lang="en-AU" sz="1600" dirty="0"/>
              <a:t>32x32 pixel resolution</a:t>
            </a:r>
          </a:p>
        </p:txBody>
      </p:sp>
    </p:spTree>
    <p:extLst>
      <p:ext uri="{BB962C8B-B14F-4D97-AF65-F5344CB8AC3E}">
        <p14:creationId xmlns:p14="http://schemas.microsoft.com/office/powerpoint/2010/main" val="2849338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0AE82-0BC2-F223-17A0-A26D2C657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201D-C85F-417D-0457-E3A75525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First Appearances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6E45D-FDE8-B00C-7D82-78E5FF621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2" y="4567780"/>
            <a:ext cx="4220164" cy="1867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A31C30-B018-0F68-175E-B9EB0C24C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197" y="1399284"/>
            <a:ext cx="2282158" cy="1923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7175928-CB53-B2B6-D8AB-301DC2E58055}"/>
              </a:ext>
            </a:extLst>
          </p:cNvPr>
          <p:cNvSpPr txBox="1"/>
          <p:nvPr/>
        </p:nvSpPr>
        <p:spPr>
          <a:xfrm>
            <a:off x="2987733" y="3322555"/>
            <a:ext cx="2282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Cromemco</a:t>
            </a:r>
            <a:r>
              <a:rPr lang="en-CA" b="1" dirty="0"/>
              <a:t> Cyclops</a:t>
            </a:r>
          </a:p>
          <a:p>
            <a:pPr algn="ctr"/>
            <a:r>
              <a:rPr lang="en-AU" dirty="0"/>
              <a:t>First all-digital camera</a:t>
            </a:r>
          </a:p>
          <a:p>
            <a:pPr algn="ctr"/>
            <a:r>
              <a:rPr lang="en-AU" sz="1600" dirty="0"/>
              <a:t>32x32 pixel resolution</a:t>
            </a:r>
          </a:p>
        </p:txBody>
      </p:sp>
    </p:spTree>
    <p:extLst>
      <p:ext uri="{BB962C8B-B14F-4D97-AF65-F5344CB8AC3E}">
        <p14:creationId xmlns:p14="http://schemas.microsoft.com/office/powerpoint/2010/main" val="3265843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391E-493C-037B-C4BD-F08CE6781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2D92-5FE5-3545-8228-C2354B06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First Appearances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B4271-4787-3B6B-DC55-77B80AE8E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2" y="4567780"/>
            <a:ext cx="4220164" cy="1867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E4C159-094B-F17A-0F4A-3D40EE24D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197" y="1399284"/>
            <a:ext cx="2282158" cy="1923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C7C711-DC34-AEDE-1940-12900A4688CE}"/>
              </a:ext>
            </a:extLst>
          </p:cNvPr>
          <p:cNvSpPr txBox="1"/>
          <p:nvPr/>
        </p:nvSpPr>
        <p:spPr>
          <a:xfrm>
            <a:off x="2987733" y="3322555"/>
            <a:ext cx="2282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Cromemco</a:t>
            </a:r>
            <a:r>
              <a:rPr lang="en-CA" b="1" dirty="0"/>
              <a:t> Cyclops</a:t>
            </a:r>
          </a:p>
          <a:p>
            <a:pPr algn="ctr"/>
            <a:r>
              <a:rPr lang="en-AU" dirty="0"/>
              <a:t>First all-digital camera</a:t>
            </a:r>
          </a:p>
          <a:p>
            <a:pPr algn="ctr"/>
            <a:r>
              <a:rPr lang="en-AU" sz="1600" dirty="0"/>
              <a:t>32x32 pixel resolution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FB66A8-D26E-EF48-9547-F2EFC1841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804" y="4567780"/>
            <a:ext cx="1816392" cy="19250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6079444-57ED-5F14-CFD9-E1818E6BFAE7}"/>
              </a:ext>
            </a:extLst>
          </p:cNvPr>
          <p:cNvSpPr txBox="1"/>
          <p:nvPr/>
        </p:nvSpPr>
        <p:spPr>
          <a:xfrm>
            <a:off x="7004196" y="4969369"/>
            <a:ext cx="3423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Betamax and VHS </a:t>
            </a:r>
            <a:br>
              <a:rPr lang="en-CA" b="1" dirty="0"/>
            </a:br>
            <a:r>
              <a:rPr lang="en-CA" dirty="0"/>
              <a:t>Consumer video recorder formats</a:t>
            </a:r>
          </a:p>
        </p:txBody>
      </p:sp>
    </p:spTree>
    <p:extLst>
      <p:ext uri="{BB962C8B-B14F-4D97-AF65-F5344CB8AC3E}">
        <p14:creationId xmlns:p14="http://schemas.microsoft.com/office/powerpoint/2010/main" val="2492672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E641-C830-9B6A-BCEF-B5F2FD08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DF99-E075-E9BB-73A0-D925195C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First Appearances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5A337-C070-B474-D653-4E1492991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72" y="4567780"/>
            <a:ext cx="4220164" cy="1867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B7B42-AB41-569B-7C9C-53B22FB1C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365" y="720098"/>
            <a:ext cx="3930910" cy="32013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03230F-9FB4-6236-A8D2-B774852BBEB4}"/>
              </a:ext>
            </a:extLst>
          </p:cNvPr>
          <p:cNvSpPr txBox="1"/>
          <p:nvPr/>
        </p:nvSpPr>
        <p:spPr>
          <a:xfrm>
            <a:off x="7631364" y="3921449"/>
            <a:ext cx="3930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Colossal Cave Adventure</a:t>
            </a:r>
          </a:p>
          <a:p>
            <a:pPr algn="ctr"/>
            <a:r>
              <a:rPr lang="en-AU" dirty="0"/>
              <a:t>First text-based role-playing game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57C85A-64DF-F13C-942C-CA9C12581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197" y="1399284"/>
            <a:ext cx="2282158" cy="1923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41BB0B-3053-10BC-0F8E-7E59AD8FD9F4}"/>
              </a:ext>
            </a:extLst>
          </p:cNvPr>
          <p:cNvSpPr txBox="1"/>
          <p:nvPr/>
        </p:nvSpPr>
        <p:spPr>
          <a:xfrm>
            <a:off x="2987733" y="3322555"/>
            <a:ext cx="2282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Cromemco</a:t>
            </a:r>
            <a:r>
              <a:rPr lang="en-CA" b="1" dirty="0"/>
              <a:t> Cyclops</a:t>
            </a:r>
          </a:p>
          <a:p>
            <a:pPr algn="ctr"/>
            <a:r>
              <a:rPr lang="en-AU" dirty="0"/>
              <a:t>First all-digital camera</a:t>
            </a:r>
          </a:p>
          <a:p>
            <a:pPr algn="ctr"/>
            <a:r>
              <a:rPr lang="en-AU" sz="1600" dirty="0"/>
              <a:t>32x32 pixel resolution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1B3EBF-7C46-B2D3-42A3-59658CADD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804" y="4567780"/>
            <a:ext cx="1816392" cy="19250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273361-BDC0-7655-3F60-CA98A038E2AF}"/>
              </a:ext>
            </a:extLst>
          </p:cNvPr>
          <p:cNvSpPr txBox="1"/>
          <p:nvPr/>
        </p:nvSpPr>
        <p:spPr>
          <a:xfrm>
            <a:off x="7004196" y="4969369"/>
            <a:ext cx="3423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Betamax and VHS </a:t>
            </a:r>
            <a:br>
              <a:rPr lang="en-CA" b="1" dirty="0"/>
            </a:br>
            <a:r>
              <a:rPr lang="en-CA" dirty="0"/>
              <a:t>Consumer video recorder formats</a:t>
            </a:r>
          </a:p>
        </p:txBody>
      </p:sp>
    </p:spTree>
    <p:extLst>
      <p:ext uri="{BB962C8B-B14F-4D97-AF65-F5344CB8AC3E}">
        <p14:creationId xmlns:p14="http://schemas.microsoft.com/office/powerpoint/2010/main" val="2628330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E6F-0FF1-43DD-A06C-EF7571CC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Arcade Game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D1E49-D2CE-4AA9-B391-099DA1AD682D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44698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781C-7458-887D-F028-0B22134C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5246-637D-392C-F5F1-B585B272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Arcade Game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92AB6-F07D-87F0-D601-50DF4AD43027}"/>
              </a:ext>
            </a:extLst>
          </p:cNvPr>
          <p:cNvSpPr txBox="1"/>
          <p:nvPr/>
        </p:nvSpPr>
        <p:spPr>
          <a:xfrm>
            <a:off x="7320215" y="2979720"/>
            <a:ext cx="31770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Tank / Tank II</a:t>
            </a:r>
            <a:br>
              <a:rPr lang="en-CA" sz="4000" dirty="0"/>
            </a:br>
            <a:r>
              <a:rPr lang="en-CA" sz="3200" dirty="0"/>
              <a:t>Kee Games (Atari)</a:t>
            </a:r>
            <a:endParaRPr lang="en-AU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3B98B37-A10B-823D-6293-9B1136A83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531" y="4102398"/>
            <a:ext cx="347662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96E5B2E-7DD0-E3A0-0A7F-6412675B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030" y="1497462"/>
            <a:ext cx="30956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27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E6F-0FF1-43DD-A06C-EF7571CC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Movie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5D8FF-BE94-FDBE-881E-CA83E30E00B4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19823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A9C8-351C-3AB1-A554-D1FCBDD3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E298-5336-AB2A-AE4D-F1912E8A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Movie</a:t>
            </a:r>
            <a:endParaRPr lang="en-AU" dirty="0"/>
          </a:p>
        </p:txBody>
      </p:sp>
      <p:pic>
        <p:nvPicPr>
          <p:cNvPr id="4098" name="Picture 2" descr="Movie poster shows a woman in the ocean swimming to the right. Below her is a large shark, and only its head and open mouth with teeth can be seen. Within the image is the film's title and above it in a surrounding black background is the phrase &quot;The most terrifying motion picture from the terrifying No. 1 best seller.&quot; The bottom of the image details the starring actors and lists credits and the MPAA rating.">
            <a:extLst>
              <a:ext uri="{FF2B5EF4-FFF2-40B4-BE49-F238E27FC236}">
                <a16:creationId xmlns:a16="http://schemas.microsoft.com/office/drawing/2014/main" id="{2CC24690-7567-5B8B-1B13-95FE86685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118" y="1394456"/>
            <a:ext cx="3501536" cy="532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79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E3B9-A8FD-4AE1-B222-CF259E66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Most Popular Song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85E8B-99DD-A06A-B565-02DD76EDD5F2}"/>
              </a:ext>
            </a:extLst>
          </p:cNvPr>
          <p:cNvSpPr txBox="1"/>
          <p:nvPr/>
        </p:nvSpPr>
        <p:spPr>
          <a:xfrm>
            <a:off x="5766422" y="3075057"/>
            <a:ext cx="659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??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9034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1F0EC-34AD-4B11-3E66-AF2E7ACA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98806-1083-6018-EEE7-0FC0C16E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Most Popular Song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65513-BCCE-213D-0F04-BA7D2B00AC1F}"/>
              </a:ext>
            </a:extLst>
          </p:cNvPr>
          <p:cNvSpPr txBox="1"/>
          <p:nvPr/>
        </p:nvSpPr>
        <p:spPr>
          <a:xfrm>
            <a:off x="6416018" y="2706333"/>
            <a:ext cx="554360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/>
              <a:t>Love will Keep us Together</a:t>
            </a:r>
          </a:p>
          <a:p>
            <a:pPr algn="ctr"/>
            <a:r>
              <a:rPr lang="en-CA" sz="3600" i="1" dirty="0"/>
              <a:t>Captain and Tennille</a:t>
            </a:r>
            <a:endParaRPr lang="en-AU" sz="3600" i="1" dirty="0"/>
          </a:p>
        </p:txBody>
      </p:sp>
      <p:pic>
        <p:nvPicPr>
          <p:cNvPr id="5122" name="Picture 2" descr="Captain &amp; Tennille">
            <a:extLst>
              <a:ext uri="{FF2B5EF4-FFF2-40B4-BE49-F238E27FC236}">
                <a16:creationId xmlns:a16="http://schemas.microsoft.com/office/drawing/2014/main" id="{1F52F10C-7A48-890C-8054-B26A189EF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045" y="1838165"/>
            <a:ext cx="4962525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60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acket (programming language) - Wikipedia">
            <a:extLst>
              <a:ext uri="{FF2B5EF4-FFF2-40B4-BE49-F238E27FC236}">
                <a16:creationId xmlns:a16="http://schemas.microsoft.com/office/drawing/2014/main" id="{6FE4F0D5-D4CA-7F6E-F27C-8892CF572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899" y="690922"/>
            <a:ext cx="2978202" cy="297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CF2578-931A-9B0F-F1EA-3BB34CCE93DF}"/>
              </a:ext>
            </a:extLst>
          </p:cNvPr>
          <p:cNvSpPr txBox="1"/>
          <p:nvPr/>
        </p:nvSpPr>
        <p:spPr>
          <a:xfrm>
            <a:off x="4856309" y="4203165"/>
            <a:ext cx="27969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LISP          1960</a:t>
            </a:r>
          </a:p>
          <a:p>
            <a:r>
              <a:rPr lang="en-CA" sz="2800" dirty="0"/>
              <a:t>Scheme   1975</a:t>
            </a:r>
          </a:p>
          <a:p>
            <a:r>
              <a:rPr lang="en-CA" sz="2800" dirty="0"/>
              <a:t>Racket     1995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13690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LISP and Scheme’s Original Designers</a:t>
            </a:r>
            <a:endParaRPr lang="en-AU" dirty="0"/>
          </a:p>
        </p:txBody>
      </p:sp>
      <p:pic>
        <p:nvPicPr>
          <p:cNvPr id="8194" name="Picture 2" descr="'Always inventing, inventing, inventing': McCarthy at work in his artificial intelligence laboratory at Stanford">
            <a:extLst>
              <a:ext uri="{FF2B5EF4-FFF2-40B4-BE49-F238E27FC236}">
                <a16:creationId xmlns:a16="http://schemas.microsoft.com/office/drawing/2014/main" id="{584C219A-150E-A5C6-E0D4-11E43E402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548" y="1401251"/>
            <a:ext cx="4205441" cy="310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127473-8A2B-AE78-F8C5-A0D03B7350B1}"/>
              </a:ext>
            </a:extLst>
          </p:cNvPr>
          <p:cNvSpPr txBox="1"/>
          <p:nvPr/>
        </p:nvSpPr>
        <p:spPr>
          <a:xfrm>
            <a:off x="1597670" y="4718210"/>
            <a:ext cx="3116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 dirty="0"/>
              <a:t>John McCarthy </a:t>
            </a:r>
            <a:r>
              <a:rPr lang="en-CA" dirty="0"/>
              <a:t>(1927-2011)</a:t>
            </a:r>
          </a:p>
          <a:p>
            <a:pPr algn="ctr"/>
            <a:r>
              <a:rPr lang="en-CA" dirty="0"/>
              <a:t>Original designer of LISP (1960)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CDD03-F006-3579-B9AC-F9755300E325}"/>
              </a:ext>
            </a:extLst>
          </p:cNvPr>
          <p:cNvSpPr txBox="1"/>
          <p:nvPr/>
        </p:nvSpPr>
        <p:spPr>
          <a:xfrm>
            <a:off x="1790663" y="5456749"/>
            <a:ext cx="273057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Also coined the term “Artificial Intelligence”, and for many years was a leading AI researcher.</a:t>
            </a:r>
            <a:endParaRPr lang="en-AU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BFE3DDBD-D26E-E145-3342-178A22297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01251"/>
            <a:ext cx="2522690" cy="310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Gerald Sussman">
            <a:extLst>
              <a:ext uri="{FF2B5EF4-FFF2-40B4-BE49-F238E27FC236}">
                <a16:creationId xmlns:a16="http://schemas.microsoft.com/office/drawing/2014/main" id="{DDA7C2AB-C02D-61BF-5B16-E9727D9CF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8" r="11471" b="34117"/>
          <a:stretch/>
        </p:blipFill>
        <p:spPr bwMode="auto">
          <a:xfrm>
            <a:off x="8827958" y="1401251"/>
            <a:ext cx="2522687" cy="310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456361-9CC9-3318-8D15-4F61A6B43E78}"/>
              </a:ext>
            </a:extLst>
          </p:cNvPr>
          <p:cNvSpPr txBox="1"/>
          <p:nvPr/>
        </p:nvSpPr>
        <p:spPr>
          <a:xfrm>
            <a:off x="6095999" y="4688559"/>
            <a:ext cx="5254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Guy Steele </a:t>
            </a:r>
            <a:r>
              <a:rPr lang="en-CA" dirty="0"/>
              <a:t>and </a:t>
            </a:r>
            <a:r>
              <a:rPr lang="en-CA" b="1" dirty="0"/>
              <a:t>Gerald Sussman</a:t>
            </a:r>
          </a:p>
          <a:p>
            <a:pPr algn="ctr"/>
            <a:r>
              <a:rPr lang="en-CA" dirty="0"/>
              <a:t>Original designers of Scheme (1975)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0A0247-E84A-DDE7-4901-76D5D335370E}"/>
              </a:ext>
            </a:extLst>
          </p:cNvPr>
          <p:cNvSpPr txBox="1"/>
          <p:nvPr/>
        </p:nvSpPr>
        <p:spPr>
          <a:xfrm>
            <a:off x="7534158" y="5456749"/>
            <a:ext cx="2378326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Racket</a:t>
            </a:r>
            <a:r>
              <a:rPr lang="en-CA" dirty="0"/>
              <a:t> is a modern dialect of Scheme, with many new ideas.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6324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Scheme Probably </a:t>
            </a:r>
            <a:r>
              <a:rPr lang="en-CA" b="1" dirty="0">
                <a:solidFill>
                  <a:srgbClr val="FF0000"/>
                </a:solidFill>
              </a:rPr>
              <a:t>Can’t</a:t>
            </a:r>
            <a:r>
              <a:rPr lang="en-CA" dirty="0"/>
              <a:t> Get You a Job!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4AE68-A781-FD56-1D00-6B3AE095A7EF}"/>
              </a:ext>
            </a:extLst>
          </p:cNvPr>
          <p:cNvSpPr txBox="1"/>
          <p:nvPr/>
        </p:nvSpPr>
        <p:spPr>
          <a:xfrm>
            <a:off x="1718721" y="1965877"/>
            <a:ext cx="62880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It’s mostly a research language used by a subset of academic programming language researchers.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FE2D5E-13CF-4FA0-04A0-66A64587C63B}"/>
              </a:ext>
            </a:extLst>
          </p:cNvPr>
          <p:cNvSpPr txBox="1"/>
          <p:nvPr/>
        </p:nvSpPr>
        <p:spPr>
          <a:xfrm>
            <a:off x="1801965" y="3794879"/>
            <a:ext cx="62880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A variation of LISP called </a:t>
            </a:r>
            <a:r>
              <a:rPr lang="en-CA" sz="2800" b="1" dirty="0"/>
              <a:t>Clojure</a:t>
            </a:r>
            <a:r>
              <a:rPr lang="en-CA" sz="2800" dirty="0"/>
              <a:t> has gained some popularity as a practical programming (but still pretty niche compared to other languages)</a:t>
            </a:r>
            <a:endParaRPr lang="en-AU" sz="2800" dirty="0"/>
          </a:p>
        </p:txBody>
      </p:sp>
      <p:pic>
        <p:nvPicPr>
          <p:cNvPr id="6146" name="Picture 2" descr="Clojure - Wikipedia">
            <a:extLst>
              <a:ext uri="{FF2B5EF4-FFF2-40B4-BE49-F238E27FC236}">
                <a16:creationId xmlns:a16="http://schemas.microsoft.com/office/drawing/2014/main" id="{29461ED7-186D-9E98-8402-81436C92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710" y="3429000"/>
            <a:ext cx="2670202" cy="267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BDB633-1BCE-7B16-1722-A554A77B7C89}"/>
              </a:ext>
            </a:extLst>
          </p:cNvPr>
          <p:cNvSpPr txBox="1"/>
          <p:nvPr/>
        </p:nvSpPr>
        <p:spPr>
          <a:xfrm>
            <a:off x="9003694" y="5945082"/>
            <a:ext cx="1502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Clojure</a:t>
            </a:r>
            <a:endParaRPr lang="en-A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985F0-AB93-7DC0-1218-74589D1B7444}"/>
              </a:ext>
            </a:extLst>
          </p:cNvPr>
          <p:cNvSpPr txBox="1"/>
          <p:nvPr/>
        </p:nvSpPr>
        <p:spPr>
          <a:xfrm>
            <a:off x="8385710" y="1554599"/>
            <a:ext cx="2857501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original version of </a:t>
            </a:r>
            <a:r>
              <a:rPr lang="en-CA" b="1" dirty="0"/>
              <a:t>JavaScript</a:t>
            </a:r>
            <a:r>
              <a:rPr lang="en-CA" dirty="0"/>
              <a:t> was implemented as a Scheme-style language, before being modified to look more C-like.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5501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125" y="78200"/>
            <a:ext cx="7559750" cy="1325563"/>
          </a:xfrm>
        </p:spPr>
        <p:txBody>
          <a:bodyPr/>
          <a:lstStyle/>
          <a:p>
            <a:pPr algn="ctr"/>
            <a:r>
              <a:rPr lang="en-CA" dirty="0"/>
              <a:t>What is Scheme/LISP </a:t>
            </a:r>
            <a:r>
              <a:rPr lang="en-CA" dirty="0">
                <a:solidFill>
                  <a:srgbClr val="FF0000"/>
                </a:solidFill>
              </a:rPr>
              <a:t>Good</a:t>
            </a:r>
            <a:r>
              <a:rPr lang="en-CA" dirty="0"/>
              <a:t> for?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268BC-88E6-45E5-8262-598A2B9A5D02}"/>
              </a:ext>
            </a:extLst>
          </p:cNvPr>
          <p:cNvSpPr txBox="1"/>
          <p:nvPr/>
        </p:nvSpPr>
        <p:spPr>
          <a:xfrm>
            <a:off x="3137531" y="2684301"/>
            <a:ext cx="48000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Packed with all kinds of interesting ideas, many of which have inspired more mainstream languages.</a:t>
            </a:r>
            <a:endParaRPr lang="en-AU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9FDA23-C4D9-4490-9037-82BD6C7F4654}"/>
              </a:ext>
            </a:extLst>
          </p:cNvPr>
          <p:cNvSpPr txBox="1"/>
          <p:nvPr/>
        </p:nvSpPr>
        <p:spPr>
          <a:xfrm>
            <a:off x="7384356" y="4500183"/>
            <a:ext cx="46956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A good language for </a:t>
            </a:r>
            <a:r>
              <a:rPr lang="en-CA" sz="2800" b="1" dirty="0"/>
              <a:t>writing other programming languages </a:t>
            </a:r>
            <a:r>
              <a:rPr lang="en-CA" sz="2800" dirty="0"/>
              <a:t>and programming language tools.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849FE-CF35-3A97-ED65-D50740D29574}"/>
              </a:ext>
            </a:extLst>
          </p:cNvPr>
          <p:cNvSpPr txBox="1"/>
          <p:nvPr/>
        </p:nvSpPr>
        <p:spPr>
          <a:xfrm>
            <a:off x="293157" y="1520812"/>
            <a:ext cx="3725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Popular in traditional “symbolic” AI research.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1576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0837-CC6E-409E-828B-6F1525694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What is Scheme </a:t>
            </a:r>
            <a:r>
              <a:rPr lang="en-CA" dirty="0">
                <a:solidFill>
                  <a:srgbClr val="FF0000"/>
                </a:solidFill>
              </a:rPr>
              <a:t>Not</a:t>
            </a:r>
            <a:r>
              <a:rPr lang="en-CA" dirty="0"/>
              <a:t> so Good For?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EADE-0C03-49DA-BB59-0942833F4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1" cy="4351338"/>
          </a:xfrm>
        </p:spPr>
        <p:txBody>
          <a:bodyPr/>
          <a:lstStyle/>
          <a:p>
            <a:r>
              <a:rPr lang="en-CA" dirty="0"/>
              <a:t>Scheme</a:t>
            </a:r>
            <a:r>
              <a:rPr lang="en-AU" dirty="0"/>
              <a:t> is generally </a:t>
            </a:r>
            <a:r>
              <a:rPr lang="en-AU" dirty="0">
                <a:solidFill>
                  <a:srgbClr val="FF0000"/>
                </a:solidFill>
              </a:rPr>
              <a:t>not</a:t>
            </a:r>
            <a:r>
              <a:rPr lang="en-AU" dirty="0"/>
              <a:t> as efficient as other languages.</a:t>
            </a:r>
          </a:p>
          <a:p>
            <a:r>
              <a:rPr lang="en-AU" dirty="0"/>
              <a:t>Scheme is </a:t>
            </a:r>
            <a:r>
              <a:rPr lang="en-AU" dirty="0">
                <a:solidFill>
                  <a:srgbClr val="FF0000"/>
                </a:solidFill>
              </a:rPr>
              <a:t>not</a:t>
            </a:r>
            <a:r>
              <a:rPr lang="en-AU" dirty="0"/>
              <a:t> used much in practice, so it can be hard to find support for it.</a:t>
            </a:r>
          </a:p>
          <a:p>
            <a:r>
              <a:rPr lang="en-AU" dirty="0"/>
              <a:t>Scheme’s notation is simple, but maybe </a:t>
            </a:r>
            <a:r>
              <a:rPr lang="en-AU" i="1" dirty="0"/>
              <a:t>too</a:t>
            </a:r>
            <a:r>
              <a:rPr lang="en-AU" dirty="0"/>
              <a:t> simple. </a:t>
            </a:r>
            <a:br>
              <a:rPr lang="en-AU" dirty="0"/>
            </a:br>
            <a:r>
              <a:rPr lang="en-AU" dirty="0"/>
              <a:t>()-style notation results in lots and lots of parentheses, which many programmers </a:t>
            </a:r>
            <a:r>
              <a:rPr lang="en-AU" dirty="0">
                <a:solidFill>
                  <a:srgbClr val="FF0000"/>
                </a:solidFill>
              </a:rPr>
              <a:t>dislike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2605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Features of Scheme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Functions are first-class objects</a:t>
            </a:r>
          </a:p>
          <a:p>
            <a:pPr marL="457200" lvl="1" indent="0">
              <a:buNone/>
            </a:pPr>
            <a:r>
              <a:rPr lang="en-CA" dirty="0"/>
              <a:t>Functions can be passed and returned (including closures)</a:t>
            </a:r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Interpreted</a:t>
            </a:r>
          </a:p>
          <a:p>
            <a:pPr marL="457200" lvl="1" indent="0">
              <a:buNone/>
            </a:pPr>
            <a:r>
              <a:rPr lang="en-AU" dirty="0"/>
              <a:t>Easy to evaluate individual expressions</a:t>
            </a:r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Memory-safe and garbage-collected</a:t>
            </a:r>
          </a:p>
          <a:p>
            <a:pPr marL="457200" lvl="1" indent="0">
              <a:buNone/>
            </a:pPr>
            <a:r>
              <a:rPr lang="en-AU" dirty="0"/>
              <a:t>No dangling pointers, no manual memory deletion</a:t>
            </a:r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Homoiconic</a:t>
            </a:r>
          </a:p>
          <a:p>
            <a:pPr marL="457200" lvl="1" indent="0">
              <a:buNone/>
            </a:pPr>
            <a:r>
              <a:rPr lang="en-AU" dirty="0"/>
              <a:t>Scheme programs are written as Scheme lists</a:t>
            </a:r>
            <a:endParaRPr lang="en-A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Flexible</a:t>
            </a:r>
          </a:p>
          <a:p>
            <a:pPr marL="457200" lvl="1" indent="0">
              <a:buNone/>
            </a:pPr>
            <a:r>
              <a:rPr lang="en-AU" dirty="0"/>
              <a:t>Powerful macro system allows for major changes to the language</a:t>
            </a:r>
          </a:p>
          <a:p>
            <a:pPr marL="457200" lvl="1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4411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Features of Scheme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Types</a:t>
            </a:r>
          </a:p>
          <a:p>
            <a:pPr marL="457200" lvl="1" indent="0">
              <a:buNone/>
            </a:pPr>
            <a:r>
              <a:rPr lang="en-CA" dirty="0"/>
              <a:t>Dynamically typed, i.e. types checked at run-time (like Python)</a:t>
            </a:r>
          </a:p>
          <a:p>
            <a:pPr marL="457200" lvl="1" indent="0">
              <a:buNone/>
            </a:pPr>
            <a:r>
              <a:rPr lang="en-CA" dirty="0"/>
              <a:t>Symbols are a data type</a:t>
            </a:r>
            <a:br>
              <a:rPr lang="en-CA" dirty="0"/>
            </a:br>
            <a:r>
              <a:rPr lang="en-CA" dirty="0"/>
              <a:t>Lists are the key data structure</a:t>
            </a:r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Lexical Scoping</a:t>
            </a:r>
          </a:p>
          <a:p>
            <a:pPr marL="457200" lvl="1" indent="0">
              <a:buNone/>
            </a:pPr>
            <a:r>
              <a:rPr lang="en-CA" dirty="0"/>
              <a:t>One of the first languages to fully implement the name-scoping rules we now take for granted in programming (scope can be determined from source code)</a:t>
            </a:r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Tail Recursion</a:t>
            </a:r>
          </a:p>
          <a:p>
            <a:pPr marL="457200" lvl="1" indent="0">
              <a:buNone/>
            </a:pPr>
            <a:r>
              <a:rPr lang="en-CA" dirty="0"/>
              <a:t>Tail-recursive functions are automatically optimized into loops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7949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Features </a:t>
            </a:r>
            <a:r>
              <a:rPr lang="en-CA" dirty="0">
                <a:solidFill>
                  <a:srgbClr val="FF0000"/>
                </a:solidFill>
              </a:rPr>
              <a:t>Not</a:t>
            </a:r>
            <a:r>
              <a:rPr lang="en-CA" dirty="0"/>
              <a:t> in Scheme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Features </a:t>
            </a:r>
            <a:r>
              <a:rPr lang="en-CA" b="1" dirty="0">
                <a:solidFill>
                  <a:srgbClr val="0070C0"/>
                </a:solidFill>
              </a:rPr>
              <a:t>not</a:t>
            </a:r>
            <a:r>
              <a:rPr lang="en-CA" dirty="0">
                <a:solidFill>
                  <a:srgbClr val="0070C0"/>
                </a:solidFill>
              </a:rPr>
              <a:t> part of Scheme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No</a:t>
            </a:r>
            <a:r>
              <a:rPr lang="en-CA" dirty="0"/>
              <a:t> static type declarations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No</a:t>
            </a:r>
            <a:r>
              <a:rPr lang="en-CA" dirty="0"/>
              <a:t> pointers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No</a:t>
            </a:r>
            <a:r>
              <a:rPr lang="en-CA" dirty="0"/>
              <a:t> built-in notion of object-oriented programming</a:t>
            </a:r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60816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6DA8-3BC8-44C4-A6B8-4077E3A5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822" y="75519"/>
            <a:ext cx="10515600" cy="1325563"/>
          </a:xfrm>
        </p:spPr>
        <p:txBody>
          <a:bodyPr/>
          <a:lstStyle/>
          <a:p>
            <a:r>
              <a:rPr lang="en-CA" dirty="0"/>
              <a:t>Hello, World!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907E2-02AB-4FC8-8372-75485A2CC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118" y="2146358"/>
            <a:ext cx="4750014" cy="2033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;; </a:t>
            </a:r>
            <a:r>
              <a:rPr lang="en-US" dirty="0" err="1">
                <a:latin typeface="Consolas" panose="020B0609020204030204" pitchFamily="49" charset="0"/>
              </a:rPr>
              <a:t>hello_world.rkt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(print "Hello, world!")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9C04D-6CD3-48A5-BEAC-80EB44E5AF49}"/>
              </a:ext>
            </a:extLst>
          </p:cNvPr>
          <p:cNvSpPr txBox="1"/>
          <p:nvPr/>
        </p:nvSpPr>
        <p:spPr>
          <a:xfrm>
            <a:off x="7607873" y="2516868"/>
            <a:ext cx="245200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Download and run this in the </a:t>
            </a:r>
            <a:r>
              <a:rPr lang="en-CA" b="1" dirty="0" err="1"/>
              <a:t>DrRacket</a:t>
            </a:r>
            <a:r>
              <a:rPr lang="en-CA" dirty="0"/>
              <a:t> IDE. We’ll use both the interpreter and file editor in </a:t>
            </a:r>
            <a:r>
              <a:rPr lang="en-CA" dirty="0" err="1"/>
              <a:t>DrRacket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91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754</Words>
  <Application>Microsoft Macintosh PowerPoint</Application>
  <PresentationFormat>Widescreen</PresentationFormat>
  <Paragraphs>116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Office Theme</vt:lpstr>
      <vt:lpstr>PowerPoint Presentation</vt:lpstr>
      <vt:lpstr>What was going on in 1960?</vt:lpstr>
      <vt:lpstr>1960: First Appearances</vt:lpstr>
      <vt:lpstr>1960: First Appearances</vt:lpstr>
      <vt:lpstr>1960: First Appearances</vt:lpstr>
      <vt:lpstr>1960: First Appearances</vt:lpstr>
      <vt:lpstr>1960: Highest Grossing Video Game</vt:lpstr>
      <vt:lpstr>1960: Highest Grossing Video Game</vt:lpstr>
      <vt:lpstr>1960: Top Grossing Movie</vt:lpstr>
      <vt:lpstr>1960: Top Grossing Movie</vt:lpstr>
      <vt:lpstr>1960: Most Popular Song</vt:lpstr>
      <vt:lpstr>1960: Most Popular Song</vt:lpstr>
      <vt:lpstr>What was going on in 1975?</vt:lpstr>
      <vt:lpstr>1975: First Appearances</vt:lpstr>
      <vt:lpstr>1975: First Appearances</vt:lpstr>
      <vt:lpstr>1975: First Appearances</vt:lpstr>
      <vt:lpstr>1975: First Appearances</vt:lpstr>
      <vt:lpstr>1975: Highest-grossing Arcade Game</vt:lpstr>
      <vt:lpstr>1975: Highest-grossing Arcade Game</vt:lpstr>
      <vt:lpstr>1975: Highest-Grossing Movie</vt:lpstr>
      <vt:lpstr>1975: Highest-Grossing Movie</vt:lpstr>
      <vt:lpstr>1975: Most Popular Song</vt:lpstr>
      <vt:lpstr>1975: Most Popular Song</vt:lpstr>
      <vt:lpstr>PowerPoint Presentation</vt:lpstr>
      <vt:lpstr>LISP and Scheme’s Original Designers</vt:lpstr>
      <vt:lpstr>Scheme Probably Can’t Get You a Job!</vt:lpstr>
      <vt:lpstr>What is Scheme/LISP Good for?</vt:lpstr>
      <vt:lpstr>What is Scheme Not so Good For? </vt:lpstr>
      <vt:lpstr>Major Features of Scheme</vt:lpstr>
      <vt:lpstr>Major Features of Scheme</vt:lpstr>
      <vt:lpstr>Major Features Not in Scheme</vt:lpstr>
      <vt:lpstr>Hello, World!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Toby Donaldson</dc:creator>
  <cp:lastModifiedBy>Toby Donaldson</cp:lastModifiedBy>
  <cp:revision>1</cp:revision>
  <dcterms:created xsi:type="dcterms:W3CDTF">2022-04-12T05:50:02Z</dcterms:created>
  <dcterms:modified xsi:type="dcterms:W3CDTF">2026-09-28T03:35:33Z</dcterms:modified>
</cp:coreProperties>
</file>